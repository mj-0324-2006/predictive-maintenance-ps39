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1.xml" ContentType="application/inkml+xml"/>
  <Override PartName="/ppt/ink/ink2.xml" ContentType="application/inkml+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83" r:id="rId2"/>
    <p:sldId id="257" r:id="rId3"/>
    <p:sldId id="282" r:id="rId4"/>
    <p:sldId id="285" r:id="rId5"/>
    <p:sldId id="278" r:id="rId6"/>
    <p:sldId id="279" r:id="rId7"/>
    <p:sldId id="262" r:id="rId8"/>
    <p:sldId id="290" r:id="rId9"/>
    <p:sldId id="291" r:id="rId10"/>
    <p:sldId id="286" r:id="rId11"/>
    <p:sldId id="287" r:id="rId12"/>
    <p:sldId id="280" r:id="rId13"/>
    <p:sldId id="288" r:id="rId14"/>
    <p:sldId id="289" r:id="rId15"/>
    <p:sldId id="27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F4D273-B96F-4650-B81D-47822A67E929}" v="2" dt="2026-07-11T08:02:01.261"/>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94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riyala Jashmitha" userId="7961277030b3d89d" providerId="LiveId" clId="{9D1669D7-9D5A-4EE1-A474-8017BFF36D7D}"/>
    <pc:docChg chg="undo custSel modSld">
      <pc:chgData name="Miriyala Jashmitha" userId="7961277030b3d89d" providerId="LiveId" clId="{9D1669D7-9D5A-4EE1-A474-8017BFF36D7D}" dt="2026-07-11T08:02:05.330" v="29" actId="1076"/>
      <pc:docMkLst>
        <pc:docMk/>
      </pc:docMkLst>
      <pc:sldChg chg="addSp delSp modSp mod">
        <pc:chgData name="Miriyala Jashmitha" userId="7961277030b3d89d" providerId="LiveId" clId="{9D1669D7-9D5A-4EE1-A474-8017BFF36D7D}" dt="2026-07-11T07:59:23.469" v="12"/>
        <pc:sldMkLst>
          <pc:docMk/>
          <pc:sldMk cId="0" sldId="257"/>
        </pc:sldMkLst>
        <pc:spChg chg="del mod">
          <ac:chgData name="Miriyala Jashmitha" userId="7961277030b3d89d" providerId="LiveId" clId="{9D1669D7-9D5A-4EE1-A474-8017BFF36D7D}" dt="2026-07-11T07:59:23.469" v="12"/>
          <ac:spMkLst>
            <pc:docMk/>
            <pc:sldMk cId="0" sldId="257"/>
            <ac:spMk id="3" creationId="{B0B023FA-CFEB-ACE9-8425-7E72E307CDC5}"/>
          </ac:spMkLst>
        </pc:spChg>
        <pc:spChg chg="mod">
          <ac:chgData name="Miriyala Jashmitha" userId="7961277030b3d89d" providerId="LiveId" clId="{9D1669D7-9D5A-4EE1-A474-8017BFF36D7D}" dt="2026-07-11T07:59:21.995" v="10"/>
          <ac:spMkLst>
            <pc:docMk/>
            <pc:sldMk cId="0" sldId="257"/>
            <ac:spMk id="4" creationId="{A828B9EF-C084-F5D4-CA27-75AF7D995640}"/>
          </ac:spMkLst>
        </pc:spChg>
        <pc:spChg chg="add del">
          <ac:chgData name="Miriyala Jashmitha" userId="7961277030b3d89d" providerId="LiveId" clId="{9D1669D7-9D5A-4EE1-A474-8017BFF36D7D}" dt="2026-07-11T07:58:43.147" v="4" actId="22"/>
          <ac:spMkLst>
            <pc:docMk/>
            <pc:sldMk cId="0" sldId="257"/>
            <ac:spMk id="5" creationId="{2499D934-0067-F3DE-44E9-505FA0163633}"/>
          </ac:spMkLst>
        </pc:spChg>
        <pc:graphicFrameChg chg="add mod">
          <ac:chgData name="Miriyala Jashmitha" userId="7961277030b3d89d" providerId="LiveId" clId="{9D1669D7-9D5A-4EE1-A474-8017BFF36D7D}" dt="2026-07-11T07:58:53.991" v="6" actId="1076"/>
          <ac:graphicFrameMkLst>
            <pc:docMk/>
            <pc:sldMk cId="0" sldId="257"/>
            <ac:graphicFrameMk id="8" creationId="{56AF0EFC-03BE-3DC8-F2EE-2039C01C8B11}"/>
          </ac:graphicFrameMkLst>
        </pc:graphicFrameChg>
        <pc:graphicFrameChg chg="del modGraphic">
          <ac:chgData name="Miriyala Jashmitha" userId="7961277030b3d89d" providerId="LiveId" clId="{9D1669D7-9D5A-4EE1-A474-8017BFF36D7D}" dt="2026-07-11T07:58:38.700" v="1" actId="478"/>
          <ac:graphicFrameMkLst>
            <pc:docMk/>
            <pc:sldMk cId="0" sldId="257"/>
            <ac:graphicFrameMk id="96" creationId="{00000000-0000-0000-0000-000000000000}"/>
          </ac:graphicFrameMkLst>
        </pc:graphicFrameChg>
        <pc:picChg chg="add mod">
          <ac:chgData name="Miriyala Jashmitha" userId="7961277030b3d89d" providerId="LiveId" clId="{9D1669D7-9D5A-4EE1-A474-8017BFF36D7D}" dt="2026-07-11T07:59:01.677" v="8" actId="1076"/>
          <ac:picMkLst>
            <pc:docMk/>
            <pc:sldMk cId="0" sldId="257"/>
            <ac:picMk id="10" creationId="{8B0FAD53-2E9D-A00F-3501-A269401380C1}"/>
          </ac:picMkLst>
        </pc:picChg>
        <pc:picChg chg="del">
          <ac:chgData name="Miriyala Jashmitha" userId="7961277030b3d89d" providerId="LiveId" clId="{9D1669D7-9D5A-4EE1-A474-8017BFF36D7D}" dt="2026-07-11T07:58:40.736" v="2" actId="478"/>
          <ac:picMkLst>
            <pc:docMk/>
            <pc:sldMk cId="0" sldId="257"/>
            <ac:picMk id="98" creationId="{00000000-0000-0000-0000-000000000000}"/>
          </ac:picMkLst>
        </pc:picChg>
      </pc:sldChg>
      <pc:sldChg chg="modSp mod">
        <pc:chgData name="Miriyala Jashmitha" userId="7961277030b3d89d" providerId="LiveId" clId="{9D1669D7-9D5A-4EE1-A474-8017BFF36D7D}" dt="2026-07-11T07:59:44.421" v="17" actId="20577"/>
        <pc:sldMkLst>
          <pc:docMk/>
          <pc:sldMk cId="2290294991" sldId="285"/>
        </pc:sldMkLst>
        <pc:spChg chg="mod">
          <ac:chgData name="Miriyala Jashmitha" userId="7961277030b3d89d" providerId="LiveId" clId="{9D1669D7-9D5A-4EE1-A474-8017BFF36D7D}" dt="2026-07-11T07:59:44.421" v="17" actId="20577"/>
          <ac:spMkLst>
            <pc:docMk/>
            <pc:sldMk cId="2290294991" sldId="285"/>
            <ac:spMk id="2" creationId="{4A1BF701-ABCA-4DF0-8330-B6AF71EF8E39}"/>
          </ac:spMkLst>
        </pc:spChg>
        <pc:spChg chg="mod">
          <ac:chgData name="Miriyala Jashmitha" userId="7961277030b3d89d" providerId="LiveId" clId="{9D1669D7-9D5A-4EE1-A474-8017BFF36D7D}" dt="2026-07-11T07:59:30.174" v="13" actId="1076"/>
          <ac:spMkLst>
            <pc:docMk/>
            <pc:sldMk cId="2290294991" sldId="285"/>
            <ac:spMk id="3" creationId="{527F30CC-07EF-8FCC-DA00-C9212F5DAECE}"/>
          </ac:spMkLst>
        </pc:spChg>
      </pc:sldChg>
      <pc:sldChg chg="modSp mod">
        <pc:chgData name="Miriyala Jashmitha" userId="7961277030b3d89d" providerId="LiveId" clId="{9D1669D7-9D5A-4EE1-A474-8017BFF36D7D}" dt="2026-07-11T08:02:05.330" v="29" actId="1076"/>
        <pc:sldMkLst>
          <pc:docMk/>
          <pc:sldMk cId="2605851928" sldId="287"/>
        </pc:sldMkLst>
        <pc:spChg chg="mod">
          <ac:chgData name="Miriyala Jashmitha" userId="7961277030b3d89d" providerId="LiveId" clId="{9D1669D7-9D5A-4EE1-A474-8017BFF36D7D}" dt="2026-07-11T08:02:05.330" v="29" actId="1076"/>
          <ac:spMkLst>
            <pc:docMk/>
            <pc:sldMk cId="2605851928" sldId="287"/>
            <ac:spMk id="279" creationId="{3711AF54-94A6-B837-31EF-9A8C4ECB9AF6}"/>
          </ac:spMkLst>
        </pc:spChg>
      </pc:sldChg>
      <pc:sldChg chg="addSp delSp modSp mod">
        <pc:chgData name="Miriyala Jashmitha" userId="7961277030b3d89d" providerId="LiveId" clId="{9D1669D7-9D5A-4EE1-A474-8017BFF36D7D}" dt="2026-07-11T08:00:17.894" v="22" actId="1076"/>
        <pc:sldMkLst>
          <pc:docMk/>
          <pc:sldMk cId="1229047658" sldId="288"/>
        </pc:sldMkLst>
        <pc:spChg chg="del">
          <ac:chgData name="Miriyala Jashmitha" userId="7961277030b3d89d" providerId="LiveId" clId="{9D1669D7-9D5A-4EE1-A474-8017BFF36D7D}" dt="2026-07-11T08:00:14.336" v="21" actId="478"/>
          <ac:spMkLst>
            <pc:docMk/>
            <pc:sldMk cId="1229047658" sldId="288"/>
            <ac:spMk id="3" creationId="{4837D5EE-379B-FDC5-0854-8AC81D31FADF}"/>
          </ac:spMkLst>
        </pc:spChg>
        <pc:picChg chg="del">
          <ac:chgData name="Miriyala Jashmitha" userId="7961277030b3d89d" providerId="LiveId" clId="{9D1669D7-9D5A-4EE1-A474-8017BFF36D7D}" dt="2026-07-11T08:00:11.714" v="20" actId="478"/>
          <ac:picMkLst>
            <pc:docMk/>
            <pc:sldMk cId="1229047658" sldId="288"/>
            <ac:picMk id="4" creationId="{A037CFD0-B7FF-D9BE-3433-88E5844EF332}"/>
          </ac:picMkLst>
        </pc:picChg>
        <pc:picChg chg="add mod">
          <ac:chgData name="Miriyala Jashmitha" userId="7961277030b3d89d" providerId="LiveId" clId="{9D1669D7-9D5A-4EE1-A474-8017BFF36D7D}" dt="2026-07-11T08:00:17.894" v="22" actId="1076"/>
          <ac:picMkLst>
            <pc:docMk/>
            <pc:sldMk cId="1229047658" sldId="288"/>
            <ac:picMk id="8" creationId="{98B7D4EA-776B-236A-B369-9337595B3601}"/>
          </ac:picMkLst>
        </pc:picChg>
      </pc:sldChg>
      <pc:sldChg chg="addSp delSp modSp mod">
        <pc:chgData name="Miriyala Jashmitha" userId="7961277030b3d89d" providerId="LiveId" clId="{9D1669D7-9D5A-4EE1-A474-8017BFF36D7D}" dt="2026-07-11T08:00:33.661" v="26" actId="1076"/>
        <pc:sldMkLst>
          <pc:docMk/>
          <pc:sldMk cId="2506610743" sldId="289"/>
        </pc:sldMkLst>
        <pc:spChg chg="del">
          <ac:chgData name="Miriyala Jashmitha" userId="7961277030b3d89d" providerId="LiveId" clId="{9D1669D7-9D5A-4EE1-A474-8017BFF36D7D}" dt="2026-07-11T08:00:29.156" v="24" actId="478"/>
          <ac:spMkLst>
            <pc:docMk/>
            <pc:sldMk cId="2506610743" sldId="289"/>
            <ac:spMk id="6" creationId="{C0D36B1A-26C2-CD55-1032-4CB5E4EDF305}"/>
          </ac:spMkLst>
        </pc:spChg>
        <pc:picChg chg="add mod">
          <ac:chgData name="Miriyala Jashmitha" userId="7961277030b3d89d" providerId="LiveId" clId="{9D1669D7-9D5A-4EE1-A474-8017BFF36D7D}" dt="2026-07-11T08:00:33.661" v="26" actId="1076"/>
          <ac:picMkLst>
            <pc:docMk/>
            <pc:sldMk cId="2506610743" sldId="289"/>
            <ac:picMk id="3" creationId="{EFD561C9-9A10-0CBC-DD45-F6895F3DCE5D}"/>
          </ac:picMkLst>
        </pc:picChg>
        <pc:picChg chg="del">
          <ac:chgData name="Miriyala Jashmitha" userId="7961277030b3d89d" providerId="LiveId" clId="{9D1669D7-9D5A-4EE1-A474-8017BFF36D7D}" dt="2026-07-11T08:00:25.997" v="23" actId="478"/>
          <ac:picMkLst>
            <pc:docMk/>
            <pc:sldMk cId="2506610743" sldId="289"/>
            <ac:picMk id="4" creationId="{099C3698-991D-7A38-C456-893C84C23FC9}"/>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9T08:10:36.310"/>
    </inkml:context>
    <inkml:brush xml:id="br0">
      <inkml:brushProperty name="width" value="0.1" units="cm"/>
      <inkml:brushProperty name="height" value="0.1" units="cm"/>
      <inkml:brushProperty name="color" value="#E71224"/>
    </inkml:brush>
  </inkml:definitions>
  <inkml:trace contextRef="#ctx0" brushRef="#br0">8444 7648 16383 0 0,'10'0'0'0'0,"19"0"0"0"0,19 0 0 0 0,17 0 0 0 0,13 0 0 0 0,8 0 0 0 0,9 0 0 0 0,0 0 0 0 0,-7 0 0 0 0,-9 0 0 0 0,-6 0 0 0 0,-7 0 0 0 0,-3 0 0 0 0,-9 0 0 0 0,-7 0 0 0 0,-2 0 0 0 0,-4 0 0 0 0,-3 0 0 0 0,-3 0 0 0 0,-3 0 0 0 0,-2 0 0 0 0,0 0 0 0 0,-1 0 0 0 0,0 0 0 0 0,0 0 0 0 0,1 0 0 0 0,4 0 0 0 0,8 0 0 0 0,11 0 0 0 0,7 0 0 0 0,8 0 0 0 0,13 0 0 0 0,8 0 0 0 0,10 0 0 0 0,17 0 0 0 0,10 0 0 0 0,-1 0 0 0 0,-2 0 0 0 0,-7 0 0 0 0,-2 0 0 0 0,-6 0 0 0 0,-6 0 0 0 0,-5 0 0 0 0,-14 0 0 0 0,-6 0 0 0 0,-5 0 0 0 0,-1 0 0 0 0,3 0 0 0 0,5 0 0 0 0,9 0 0 0 0,9 0 0 0 0,9 0 0 0 0,22 0 0 0 0,14 0 0 0 0,9 0 0 0 0,-1 0 0 0 0,-2 0 0 0 0,-4 0 0 0 0,-7 0 0 0 0,-7 0 0 0 0,-5 0 0 0 0,-3 0 0 0 0,-3 0 0 0 0,-5 0 0 0 0,-8 0 0 0 0,-6 0 0 0 0,-6 0 0 0 0,3 0 0 0 0,-1 0 0 0 0,-1 0 0 0 0,-2 0 0 0 0,-1 0 0 0 0,-7 0 0 0 0,4 0 0 0 0,0 0 0 0 0,2 0 0 0 0,-1 0 0 0 0,1 0 0 0 0,-6 0 0 0 0,-7 0 0 0 0,4 0 0 0 0,-7 0 0 0 0,-12 0 0 0 0,-11 0 0 0 0,-9 0 0 0 0,-7 0 0 0 0,-5 0 0 0 0,-2 0 0 0 0,-1 0 0 0 0,-1 0 0 0 0,1 0 0 0 0,0 0 0 0 0,1 0 0 0 0,11 0 0 0 0,3 0 0 0 0,4 0 0 0 0,10 0 0 0 0,11 0 0 0 0,8 0 0 0 0,7 0 0 0 0,14 0 0 0 0,7 0 0 0 0,0 0 0 0 0,-3 0 0 0 0,-12 0 0 0 0,-12 0 0 0 0,-9 0 0 0 0,-6 0 0 0 0,-8 0 0 0 0,-3 0 0 0 0,-6 0 0 0 0,-4 0 0 0 0,-5 0 0 0 0,-4 0 0 0 0,-1 0 0 0 0,-2 0 0 0 0,0 0 0 0 0,0 0 0 0 0,0 0 0 0 0,0 0 0 0 0,5 0 0 0 0,12 0 0 0 0,4 0 0 0 0,-2 0 0 0 0,-4 0 0 0 0,-5 0 0 0 0,-3 0 0 0 0,-3 0 0 0 0,-2 0 0 0 0,-2 0 0 0 0,0 0 0 0 0,0 0 0 0 0,0 0 0 0 0,0 0 0 0 0,1 0 0 0 0,4 0 0 0 0,3 0 0 0 0,-6 0 0 0 0,-3 0 0 0 0,-1 0 0 0 0,-5 0 0 0 0,-1 0 0 0 0,1 0 0 0 0,1 0 0 0 0,2 0 0 0 0,3 0 0 0 0,-10 0 0 0 0,-12 0 0 0 0,-13 0 0 0 0,-9 0 0 0 0,-8 0 0 0 0,-5 0 0 0 0,-2 0 0 0 0,-6 0 0 0 0,-3 0 0 0 0,2 0 0 0 0,2 0 0 0 0,1 0 0 0 0,2 0 0 0 0,-3 0 0 0 0,-6 0 0 0 0,-11 0 0 0 0,-7 0 0 0 0,-18 0 0 0 0,-16 0 0 0 0,-13 0 0 0 0,-8 0 0 0 0,-10 0 0 0 0,-24 0 0 0 0,-18 0 0 0 0,-5 0 0 0 0,-14 0 0 0 0,-1 0 0 0 0,1 0 0 0 0,12 0 0 0 0,0 0 0 0 0,-1 0 0 0 0,-1 0 0 0 0,-1 0 0 0 0,-6 0 0 0 0,3 0 0 0 0,-8 0 0 0 0,-4 0 0 0 0,-3 0 0 0 0,0 0 0 0 0,3 0 0 0 0,14 0 0 0 0,2 0 0 0 0,11 0 0 0 0,2 0 0 0 0,19 0 0 0 0,4 0 0 0 0,0 0 0 0 0,14 0 0 0 0,13 0 0 0 0,6 0 0 0 0,5 0 0 0 0,-5 0 0 0 0,-4 0 0 0 0,-5 0 0 0 0,4 0 0 0 0,-1 0 0 0 0,0 0 0 0 0,-2 0 0 0 0,3 0 0 0 0,6 0 0 0 0,6 0 0 0 0,4 0 0 0 0,-1 0 0 0 0,0 0 0 0 0,2 0 0 0 0,1 0 0 0 0,2 0 0 0 0,1 0 0 0 0,-4 0 0 0 0,-1 0 0 0 0,11 0 0 0 0,9 0 0 0 0,8 0 0 0 0,5 0 0 0 0,3 0 0 0 0,2 0 0 0 0,6 0 0 0 0,11 0 0 0 0,3 0 0 0 0,3 0 0 0 0,1 0 0 0 0,3 0 0 0 0,6 0 0 0 0,2 0 0 0 0,0 0 0 0 0,4 0 0 0 0,0 0 0 0 0,-1 0 0 0 0,-4 0 0 0 0,-1 0 0 0 0,-3 0 0 0 0,0 0 0 0 0,-2 0 0 0 0,-5 0 0 0 0,-7 0 0 0 0,3 0 0 0 0,4 0 0 0 0,3 0 0 0 0,1 0 0 0 0,6 0 0 0 0,3 0 0 0 0,-1 0 0 0 0,-1 0 0 0 0,-1 0 0 0 0,2 0 0 0 0,2 0 0 0 0,-2 0 0 0 0,4 0 0 0 0,-1 0 0 0 0,4 0 0 0 0,-1 0 0 0 0,-3 0 0 0 0,3 0 0 0 0,-2 0 0 0 0,-7 0 0 0 0,1 0 0 0 0,-1 0 0 0 0,-1 0 0 0 0,0 0 0 0 0,-2 0 0 0 0,0 0 0 0 0,-1 0 0 0 0,1 0 0 0 0,-1 0 0 0 0,0 0 0 0 0,0 0 0 0 0,0 0 0 0 0,5 0 0 0 0,7 0 0 0 0,1 0 0 0 0,-1 0 0 0 0,-3 0 0 0 0,-8 0 0 0 0,6 0 0 0 0,12 0 0 0 0,13 0 0 0 0,11 0 0 0 0,9 0 0 0 0,5 0 0 0 0,4 0 0 0 0,1 0 0 0 0,0 0 0 0 0,0 0 0 0 0,-11 0 0 0 0,-13 0 0 0 0,-14 0 0 0 0,-11 0 0 0 0,-7 0 0 0 0,-5 0 0 0 0,3 0 0 0 0,10 0 0 0 0,14 0 0 0 0,11 0 0 0 0,10 0 0 0 0,7 0 0 0 0,3 0 0 0 0,8 0 0 0 0,7 0 0 0 0,2 0 0 0 0,17 0 0 0 0,10 0 0 0 0,6 0 0 0 0,11 0 0 0 0,9 0 0 0 0,10 0 0 0 0,5 0 0 0 0,4 0 0 0 0,-2 0 0 0 0,-7 0 0 0 0,-6 0 0 0 0,0 0 0 0 0,-8 0 0 0 0,-5 0 0 0 0,-7 0 0 0 0,-13 0 0 0 0,-13 0 0 0 0,-7 0 0 0 0,-6 0 0 0 0,0 0 0 0 0,12 0 0 0 0,12 0 0 0 0,9 0 0 0 0,8 0 0 0 0,8 0 0 0 0,5 0 0 0 0,16 0 0 0 0,8 0 0 0 0,-1 0 0 0 0,-6 0 0 0 0,-2 0 0 0 0,0 0 0 0 0,-4 0 0 0 0,-6 0 0 0 0,1 0 0 0 0,-3 0 0 0 0,-8 0 0 0 0,5 0 0 0 0,7 0 0 0 0,0 0 0 0 0,-7 0 0 0 0,-1 0 0 0 0,-1 0 0 0 0,4 0 0 0 0,9 0 0 0 0,2 0 0 0 0,-7 0 0 0 0,-8 0 0 0 0,-3 0 0 0 0,2 0 0 0 0,0 0 0 0 0,-1 0 0 0 0,-6 0 0 0 0,-3 0 0 0 0,-6 0 0 0 0,-6 0 0 0 0,0 0 0 0 0,-8 0 0 0 0,1 0 0 0 0,-1 0 0 0 0,-2 0 0 0 0,4 0 0 0 0,6 0 0 0 0,-4 0 0 0 0,16 0 0 0 0,4 0 0 0 0,2 0 0 0 0,0 0 0 0 0,1 0 0 0 0,-1 0 0 0 0,10 0 0 0 0,8 0 0 0 0,6 0 0 0 0,-2 0 0 0 0,-5 0 0 0 0,-5 0 0 0 0,-5 0 0 0 0,-4 0 0 0 0,-13 0 0 0 0,-15 0 0 0 0,-9 0 0 0 0,-9 0 0 0 0,-7 0 0 0 0,-6 0 0 0 0,-4 0 0 0 0,3 0 0 0 0,1 0 0 0 0,5 0 0 0 0,10 0 0 0 0,7 0 0 0 0,4 0 0 0 0,-3 0 0 0 0,4 0 0 0 0,1 0 0 0 0,0 0 0 0 0,-6 0 0 0 0,4 0 0 0 0,-5 0 0 0 0,-6 0 0 0 0,-7 0 0 0 0,-5 0 0 0 0,-5 0 0 0 0,-2 0 0 0 0,-1 0 0 0 0,-2 0 0 0 0,-4 0 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9T08:10:36.311"/>
    </inkml:context>
    <inkml:brush xml:id="br0">
      <inkml:brushProperty name="width" value="0.1" units="cm"/>
      <inkml:brushProperty name="height" value="0.1" units="cm"/>
      <inkml:brushProperty name="color" value="#E71224"/>
    </inkml:brush>
  </inkml:definitions>
  <inkml:trace contextRef="#ctx0" brushRef="#br0">12735 6943 16383 0 0,'91'0'0'0'0,"137"0"0"0"0,85 0 0 0 0,45 0 0 0 0,-7 0 0 0 0,-44 0 0 0 0,-64 0 0 0 0,-62 0 0 0 0,-53 0 0 0 0,-43 0 0 0 0,-25 0 0 0 0,-23 0 0 0 0,-3 0 0 0 0,8 0 0 0 0,12 0 0 0 0,13 0 0 0 0,19 0 0 0 0,16 0 0 0 0,6 0 0 0 0,4 0 0 0 0,-1 0 0 0 0,-4 0 0 0 0,10 0 0 0 0,0 0 0 0 0,0 0 0 0 0,-4 0 0 0 0,-6 0 0 0 0,-1 0 0 0 0,-14 0 0 0 0,-11 0 0 0 0,-6 0 0 0 0,-9 0 0 0 0,-7 0 0 0 0,-8 0 0 0 0,-2 0 0 0 0,-5 0 0 0 0,-4 0 0 0 0,-5 0 0 0 0,3 0 0 0 0,-1 0 0 0 0,-21 0 0 0 0,-34 0 0 0 0,-50 0 0 0 0,-73 0 0 0 0,-59 0 0 0 0,-51 0 0 0 0,-39 0 0 0 0,-35 0 0 0 0,-29 0 0 0 0,-15 0 0 0 0,-1 0 0 0 0,18 0 0 0 0,27 0 0 0 0,34 0 0 0 0,26 0 0 0 0,38 0 0 0 0,41 0 0 0 0,33 0 0 0 0,28 0 0 0 0,13 0 0 0 0,22 0 0 0 0,11 0 0 0 0,13 0 0 0 0,13 0 0 0 0,11 0 0 0 0,7 0 0 0 0,5 0 0 0 0,2 0 0 0 0,1 0 0 0 0,-1 0 0 0 0,1 0 0 0 0,-2 0 0 0 0,1 0 0 0 0,-2 0 0 0 0,11 0 0 0 0,13 0 0 0 0,33 0 0 0 0,37 0 0 0 0,38 0 0 0 0,53 0 0 0 0,35 0 0 0 0,26 0 0 0 0,22 0 0 0 0,10 0 0 0 0,0 0 0 0 0,-13 0 0 0 0,-15 0 0 0 0,-26 0 0 0 0,-24 0 0 0 0,-32 0 0 0 0,-29 0 0 0 0,-28 0 0 0 0,-23 0 0 0 0,-10 0 0 0 0,-10 0 0 0 0,-20 0 0 0 0,-24 0 0 0 0,-31 0 0 0 0,-45 0 0 0 0,-43 0 0 0 0,-62 0 0 0 0,-50 0 0 0 0,-40 0 0 0 0,-29 0 0 0 0,-8 0 0 0 0,-6 0 0 0 0,5 0 0 0 0,16 0 0 0 0,24 0 0 0 0,27 0 0 0 0,36 0 0 0 0,24 0 0 0 0,39 0 0 0 0,34 0 0 0 0,27 0 0 0 0,23 0 0 0 0,17 0 0 0 0,23 0 0 0 0,25 0 0 0 0,33 0 0 0 0,56 0 0 0 0,49 0 0 0 0,27 0 0 0 0,24 0 0 0 0,17 0 0 0 0,4 0 0 0 0,1 0 0 0 0,-5 0 0 0 0,-17 0 0 0 0,-15 0 0 0 0,-7 0 0 0 0,-12 0 0 0 0,-16 0 0 0 0,-18 0 0 0 0,-13 0 0 0 0,-15 0 0 0 0,-19 0 0 0 0,-16 0 0 0 0,-4 0 0 0 0,-4 0 0 0 0,-18 0 0 0 0,-28 0 0 0 0,-35 0 0 0 0,-34 0 0 0 0,-34 0 0 0 0,-48 0 0 0 0,-33 0 0 0 0,-43 0 0 0 0,-58 0 0 0 0,-43 0 0 0 0,-32 0 0 0 0,-12 0 0 0 0,2 0 0 0 0,22 0 0 0 0,44 0 0 0 0,53 0 0 0 0,38 0 0 0 0,45 0 0 0 0,44 0 0 0 0,33 0 0 0 0,27 0 0 0 0,17 0 0 0 0,12 0 0 0 0,6 0 0 0 0,2 0 0 0 0,-1 0 0 0 0,0 0 0 0 0,-7 0 0 0 0,-3 0 0 0 0,-6 0 0 0 0,-6 0 0 0 0,-6 0 0 0 0,7 0 0 0 0,0 0 0 0 0,-2 0 0 0 0,2 0 0 0 0,3 0 0 0 0,4 0 0 0 0,3 0 0 0 0,8 0 0 0 0,3 0 0 0 0,-4 0 0 0 0,-8 0 0 0 0,-2 0 0 0 0,-1 0 0 0 0,-3 0 0 0 0,1 0 0 0 0,6 0 0 0 0,5 0 0 0 0,2 0 0 0 0,1 0 0 0 0,0 0 0 0 0,5 0 0 0 0,0 0 0 0 0,0 0 0 0 0,3 0 0 0 0,10 0 0 0 0,21 0 0 0 0,25 0 0 0 0,31 0 0 0 0,49 0 0 0 0,46 0 0 0 0,40 0 0 0 0,32 0 0 0 0,21 0 0 0 0,3 0 0 0 0,3 0 0 0 0,-3 0 0 0 0,-20 0 0 0 0,-20 0 0 0 0,-17 0 0 0 0,-22 0 0 0 0,-22 0 0 0 0,-18 0 0 0 0,-16 0 0 0 0,-21 0 0 0 0,-11 0 0 0 0,-12 0 0 0 0,-9 0 0 0 0,-12 0 0 0 0,-11 0 0 0 0,-8 0 0 0 0,-6 0 0 0 0,-4 0 0 0 0,9 0 0 0 0,7 0 0 0 0,6 0 0 0 0,10 0 0 0 0,14 0 0 0 0,10 0 0 0 0,20 0 0 0 0,3 0 0 0 0,7 0 0 0 0,5 0 0 0 0,-8 0 0 0 0,-3 0 0 0 0,5 0 0 0 0,-7 0 0 0 0,-11 0 0 0 0,-13 0 0 0 0,-10 0 0 0 0,-12 0 0 0 0,-12 0 0 0 0,-5 0 0 0 0,-4 0 0 0 0,1 0 0 0 0,3 0 0 0 0,4 0 0 0 0,-1 0 0 0 0,2 0 0 0 0,-4 0 0 0 0,-3 0 0 0 0,-5 0 0 0 0,2 0 0 0 0,4 0 0 0 0,-1 0 0 0 0,4 0 0 0 0,2 0 0 0 0,4 0 0 0 0,-2 0 0 0 0,1 0 0 0 0,1 0 0 0 0,-4 0 0 0 0,1 0 0 0 0,-3 0 0 0 0,-5 0 0 0 0,0 0 0 0 0,-1 0 0 0 0,-3 0 0 0 0,-2 0 0 0 0,-3 0 0 0 0,-2 0 0 0 0,-1 0 0 0 0,-5 0 0 0 0,-8 0 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9D317CDF-7DC0-CA5A-918A-D2622AB8A47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C9616B3B-ECE6-F081-F102-9239F316A6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21B32430-2A94-BD8A-6648-48A98697D9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40600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www.kaggle.com/datasets/shivamb/machine-predictive-maintenance-classification"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7" Type="http://schemas.openxmlformats.org/officeDocument/2006/relationships/image" Target="../media/image6.png"/><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customXml" Target="../ink/ink2.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a:t>
            </a:r>
            <a:r>
              <a:rPr lang="en-IN" b="1" i="1" dirty="0"/>
              <a:t>Predictive Maintenance of Industrial Machinery</a:t>
            </a:r>
            <a:r>
              <a:rPr lang="en-US" b="1" i="1" dirty="0"/>
              <a:t>”</a:t>
            </a:r>
            <a:endParaRPr lang="en-IN" b="1" i="1"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IN" sz="2400" dirty="0"/>
              <a:t>Machine Learning / Mechanical Engineering</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IN" sz="2400" dirty="0"/>
              <a:t>Predictive Maintenance of Industrial Machinery</a:t>
            </a:r>
            <a:endParaRPr lang="en-IN" sz="2400" b="1" dirty="0">
              <a:highlight>
                <a:srgbClr val="FFFF00"/>
              </a:highlight>
            </a:endParaRPr>
          </a:p>
        </p:txBody>
      </p:sp>
      <p:graphicFrame>
        <p:nvGraphicFramePr>
          <p:cNvPr id="8" name="Google Shape;86;p2">
            <a:extLst>
              <a:ext uri="{FF2B5EF4-FFF2-40B4-BE49-F238E27FC236}">
                <a16:creationId xmlns:a16="http://schemas.microsoft.com/office/drawing/2014/main" id="{56AF0EFC-03BE-3DC8-F2EE-2039C01C8B11}"/>
              </a:ext>
            </a:extLst>
          </p:cNvPr>
          <p:cNvGraphicFramePr/>
          <p:nvPr>
            <p:extLst>
              <p:ext uri="{D42A27DB-BD31-4B8C-83A1-F6EECF244321}">
                <p14:modId xmlns:p14="http://schemas.microsoft.com/office/powerpoint/2010/main" val="1150109535"/>
              </p:ext>
            </p:extLst>
          </p:nvPr>
        </p:nvGraphicFramePr>
        <p:xfrm>
          <a:off x="1206162" y="2345437"/>
          <a:ext cx="9395000" cy="2167125"/>
        </p:xfrm>
        <a:graphic>
          <a:graphicData uri="http://schemas.openxmlformats.org/drawingml/2006/table">
            <a:tbl>
              <a:tblPr>
                <a:noFill/>
              </a:tblPr>
              <a:tblGrid>
                <a:gridCol w="2064875">
                  <a:extLst>
                    <a:ext uri="{9D8B030D-6E8A-4147-A177-3AD203B41FA5}">
                      <a16:colId xmlns:a16="http://schemas.microsoft.com/office/drawing/2014/main" val="20000"/>
                    </a:ext>
                  </a:extLst>
                </a:gridCol>
                <a:gridCol w="2443375">
                  <a:extLst>
                    <a:ext uri="{9D8B030D-6E8A-4147-A177-3AD203B41FA5}">
                      <a16:colId xmlns:a16="http://schemas.microsoft.com/office/drawing/2014/main" val="20001"/>
                    </a:ext>
                  </a:extLst>
                </a:gridCol>
                <a:gridCol w="2443375">
                  <a:extLst>
                    <a:ext uri="{9D8B030D-6E8A-4147-A177-3AD203B41FA5}">
                      <a16:colId xmlns:a16="http://schemas.microsoft.com/office/drawing/2014/main" val="20002"/>
                    </a:ext>
                  </a:extLst>
                </a:gridCol>
                <a:gridCol w="2443375">
                  <a:extLst>
                    <a:ext uri="{9D8B030D-6E8A-4147-A177-3AD203B41FA5}">
                      <a16:colId xmlns:a16="http://schemas.microsoft.com/office/drawing/2014/main" val="20003"/>
                    </a:ext>
                  </a:extLst>
                </a:gridCol>
              </a:tblGrid>
              <a:tr h="9732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Recent Passport Photo</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Mobile number</a:t>
                      </a: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[WhatsApp]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9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t>MIRIYALA JASHMITHA</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t>jaasmithamiriyala2006@gmail.com</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t>7674035894</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10" name="Picture 9">
            <a:extLst>
              <a:ext uri="{FF2B5EF4-FFF2-40B4-BE49-F238E27FC236}">
                <a16:creationId xmlns:a16="http://schemas.microsoft.com/office/drawing/2014/main" id="{8B0FAD53-2E9D-A00F-3501-A269401380C1}"/>
              </a:ext>
            </a:extLst>
          </p:cNvPr>
          <p:cNvPicPr>
            <a:picLocks noChangeAspect="1"/>
          </p:cNvPicPr>
          <p:nvPr/>
        </p:nvPicPr>
        <p:blipFill>
          <a:blip r:embed="rId3"/>
          <a:srcRect l="8032" t="11966" r="6702"/>
          <a:stretch>
            <a:fillRect/>
          </a:stretch>
        </p:blipFill>
        <p:spPr>
          <a:xfrm>
            <a:off x="4078696" y="3428999"/>
            <a:ext cx="721360" cy="9771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482212" y="1232526"/>
            <a:ext cx="10795388" cy="4401205"/>
          </a:xfrm>
          <a:prstGeom prst="rect">
            <a:avLst/>
          </a:prstGeom>
          <a:noFill/>
        </p:spPr>
        <p:txBody>
          <a:bodyPr wrap="square" lIns="91440" tIns="45720" rIns="91440" bIns="45720" rtlCol="0" anchor="t">
            <a:spAutoFit/>
          </a:bodyPr>
          <a:lstStyle/>
          <a:p>
            <a:r>
              <a:rPr lang="en-IN" sz="2000" dirty="0"/>
              <a:t>Develop a predictive maintenance model for a fleet of industrial machines to anticipate failures before they occur. This project involves </a:t>
            </a:r>
            <a:r>
              <a:rPr lang="en-IN" sz="2000" dirty="0" err="1"/>
              <a:t>analyzing</a:t>
            </a:r>
            <a:r>
              <a:rPr lang="en-IN" sz="2000" dirty="0"/>
              <a:t> sensor data from machinery to identify patterns that precede a failure. The goal is to create a classification model that can predict the type of failure (e.g., tool wear, heat dissipation, power failure) based on real-time operational data. </a:t>
            </a:r>
          </a:p>
          <a:p>
            <a:r>
              <a:rPr lang="en-IN" sz="2000" dirty="0"/>
              <a:t>This will enable proactive maintenance, reducing downtime and operational costs.</a:t>
            </a:r>
          </a:p>
          <a:p>
            <a:endParaRPr lang="en-IN" sz="2000" dirty="0"/>
          </a:p>
          <a:p>
            <a:endParaRPr lang="en-IN" sz="2000" dirty="0"/>
          </a:p>
          <a:p>
            <a:r>
              <a:rPr lang="en-IN" sz="2000" dirty="0"/>
              <a:t>Dataset – </a:t>
            </a:r>
          </a:p>
          <a:p>
            <a:r>
              <a:rPr lang="en-IN" sz="2000" dirty="0"/>
              <a:t>Kaggle: Machine Predictive Maintenance Classification</a:t>
            </a:r>
            <a:br>
              <a:rPr lang="en-IN" sz="2000" dirty="0"/>
            </a:br>
            <a:r>
              <a:rPr lang="en-IN" sz="2000" dirty="0">
                <a:hlinkClick r:id="rId3"/>
              </a:rPr>
              <a:t>https://www.kaggle.com/datasets/shivamb/machine-predictive-maintenance-classification</a:t>
            </a:r>
            <a:endParaRPr lang="en-IN" sz="2000" dirty="0"/>
          </a:p>
          <a:p>
            <a:endParaRPr lang="en-IN" sz="2000" dirty="0"/>
          </a:p>
          <a:p>
            <a:endParaRPr lang="en-IN" sz="2000" dirty="0"/>
          </a:p>
          <a:p>
            <a:r>
              <a:rPr lang="en-IN" sz="2000" dirty="0"/>
              <a:t>Technology – IBM Cloud Lite services (mandatory)</a:t>
            </a:r>
          </a:p>
        </p:txBody>
      </p:sp>
      <p:sp>
        <p:nvSpPr>
          <p:cNvPr id="3" name="TextBox 2">
            <a:extLst>
              <a:ext uri="{FF2B5EF4-FFF2-40B4-BE49-F238E27FC236}">
                <a16:creationId xmlns:a16="http://schemas.microsoft.com/office/drawing/2014/main" id="{3847FA31-EA47-D27A-9D69-AF50A3080AEC}"/>
              </a:ext>
            </a:extLst>
          </p:cNvPr>
          <p:cNvSpPr txBox="1"/>
          <p:nvPr/>
        </p:nvSpPr>
        <p:spPr>
          <a:xfrm>
            <a:off x="351954" y="401529"/>
            <a:ext cx="10590366" cy="830997"/>
          </a:xfrm>
          <a:prstGeom prst="rect">
            <a:avLst/>
          </a:prstGeom>
          <a:noFill/>
        </p:spPr>
        <p:txBody>
          <a:bodyPr wrap="square" rtlCol="0">
            <a:spAutoFit/>
          </a:bodyPr>
          <a:lstStyle/>
          <a:p>
            <a:r>
              <a:rPr lang="en-IN" sz="2400" b="1" dirty="0"/>
              <a:t>Problem Statement No.39- </a:t>
            </a:r>
            <a:r>
              <a:rPr lang="en-IN" sz="2400" dirty="0"/>
              <a:t>Predictive Maintenance of Industrial Machinery</a:t>
            </a:r>
          </a:p>
          <a:p>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23880" y="979534"/>
            <a:ext cx="10337160" cy="4651979"/>
          </a:xfrm>
          <a:prstGeom prst="rect">
            <a:avLst/>
          </a:prstGeom>
          <a:noFill/>
        </p:spPr>
        <p:txBody>
          <a:bodyPr wrap="square" lIns="91440" tIns="45720" rIns="91440" bIns="45720" rtlCol="0" anchor="t">
            <a:spAutoFit/>
          </a:bodyPr>
          <a:lstStyle/>
          <a:p>
            <a:pPr fontAlgn="base">
              <a:lnSpc>
                <a:spcPct val="150000"/>
              </a:lnSpc>
            </a:pPr>
            <a:r>
              <a:rPr lang="en-IN" sz="2000" dirty="0"/>
              <a:t>We propose an AI-powered Predictive Maintenance System using IBM watsonx.ai Studio and </a:t>
            </a:r>
            <a:r>
              <a:rPr lang="en-IN" sz="2000" dirty="0" err="1"/>
              <a:t>AutoAI</a:t>
            </a:r>
            <a:r>
              <a:rPr lang="en-IN" sz="2000" dirty="0"/>
              <a:t>. Machine sensor data (air temperature, process temperature, rotational speed, torque, tool wear) was collected and uploaded to watsonx.ai. </a:t>
            </a:r>
            <a:r>
              <a:rPr lang="en-IN" sz="2000" dirty="0" err="1"/>
              <a:t>AutoAI</a:t>
            </a:r>
            <a:r>
              <a:rPr lang="en-IN" sz="2000" dirty="0"/>
              <a:t> automatically performed data preprocessing, feature engineering, algorithm selection, and hyperparameter optimization.</a:t>
            </a:r>
          </a:p>
          <a:p>
            <a:pPr fontAlgn="base">
              <a:lnSpc>
                <a:spcPct val="150000"/>
              </a:lnSpc>
            </a:pPr>
            <a:r>
              <a:rPr lang="en-IN" sz="2000" dirty="0"/>
              <a:t> Multiple classification models were generated and evaluated to identify the best-performing model for failure-type prediction. The selected model classifies machine status into categories such as No Failure, Tool Wear Failure, Heat Dissipation Failure, and Power Failure. The final model was deployed as an online web service and tested using real sensor input values, returning accurate predictions with confidence scores.</a:t>
            </a:r>
            <a:endParaRPr lang="en-US" sz="2000"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23880" y="355309"/>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2862322"/>
          </a:xfrm>
          <a:prstGeom prst="rect">
            <a:avLst/>
          </a:prstGeom>
          <a:noFill/>
        </p:spPr>
        <p:txBody>
          <a:bodyPr wrap="square" lIns="91440" tIns="45720" rIns="91440" bIns="45720" rtlCol="0" anchor="t">
            <a:spAutoFit/>
          </a:bodyPr>
          <a:lstStyle/>
          <a:p>
            <a:r>
              <a:rPr lang="en-IN" sz="1800" b="1" dirty="0"/>
              <a:t>IBM Cloud – </a:t>
            </a:r>
            <a:r>
              <a:rPr lang="en-IN" sz="1800" dirty="0"/>
              <a:t>Provides the infrastructure to build, train, deploy, and scale the predictive maintenance model. IBM Cloud enables a reliable, secure, and scalable environment for deploying machine learning models.</a:t>
            </a:r>
          </a:p>
          <a:p>
            <a:endParaRPr lang="en-IN" sz="1800" dirty="0"/>
          </a:p>
          <a:p>
            <a:r>
              <a:rPr lang="en-IN" sz="1800" b="1" dirty="0"/>
              <a:t>ML Algorithm/Model Used: </a:t>
            </a:r>
            <a:r>
              <a:rPr lang="en-IN" sz="1800" dirty="0"/>
              <a:t>Batched Tree Ensemble Classifier (based on Snap Random Forest)</a:t>
            </a:r>
          </a:p>
          <a:p>
            <a:endParaRPr lang="en-IN" sz="1800" b="1" dirty="0"/>
          </a:p>
          <a:p>
            <a:r>
              <a:rPr lang="en-IN" sz="1800" b="1" dirty="0"/>
              <a:t>Accuracy Obtained: </a:t>
            </a:r>
            <a:r>
              <a:rPr lang="en-IN" sz="1800" dirty="0"/>
              <a:t>0.995 (99.5%)</a:t>
            </a:r>
          </a:p>
          <a:p>
            <a:endParaRPr lang="en-IN" sz="1800" dirty="0"/>
          </a:p>
          <a:p>
            <a:r>
              <a:rPr lang="en-IN" sz="1800" dirty="0"/>
              <a:t>Enhancements and Hyperparameter Tuning: HPO-1 (Hyperparameter Optimization), Feature Engineering (FE), HPO-2, Batching (BATCH)</a:t>
            </a:r>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a:sym typeface="Times New Roman"/>
              </a:rPr>
              <a:t>Training Screenshots-</a:t>
            </a:r>
            <a:endParaRPr sz="2400" b="1">
              <a:sym typeface="Times New Roman"/>
            </a:endParaRPr>
          </a:p>
        </p:txBody>
      </p:sp>
      <p:pic>
        <p:nvPicPr>
          <p:cNvPr id="4" name="Picture 3">
            <a:extLst>
              <a:ext uri="{FF2B5EF4-FFF2-40B4-BE49-F238E27FC236}">
                <a16:creationId xmlns:a16="http://schemas.microsoft.com/office/drawing/2014/main" id="{55040235-01F6-2A9E-6E22-5C68FCD50330}"/>
              </a:ext>
            </a:extLst>
          </p:cNvPr>
          <p:cNvPicPr>
            <a:picLocks noChangeAspect="1"/>
          </p:cNvPicPr>
          <p:nvPr/>
        </p:nvPicPr>
        <p:blipFill>
          <a:blip r:embed="rId3"/>
          <a:stretch>
            <a:fillRect/>
          </a:stretch>
        </p:blipFill>
        <p:spPr>
          <a:xfrm>
            <a:off x="1373537" y="924561"/>
            <a:ext cx="9444926" cy="4732296"/>
          </a:xfrm>
          <a:prstGeom prst="rect">
            <a:avLst/>
          </a:prstGeom>
        </p:spPr>
      </p:pic>
      <p:sp>
        <p:nvSpPr>
          <p:cNvPr id="6" name="TextBox 5">
            <a:extLst>
              <a:ext uri="{FF2B5EF4-FFF2-40B4-BE49-F238E27FC236}">
                <a16:creationId xmlns:a16="http://schemas.microsoft.com/office/drawing/2014/main" id="{9D33063B-E442-C97F-0CFB-9A45ADE02406}"/>
              </a:ext>
            </a:extLst>
          </p:cNvPr>
          <p:cNvSpPr txBox="1"/>
          <p:nvPr/>
        </p:nvSpPr>
        <p:spPr>
          <a:xfrm>
            <a:off x="1373537" y="5824642"/>
            <a:ext cx="7658703" cy="307777"/>
          </a:xfrm>
          <a:prstGeom prst="rect">
            <a:avLst/>
          </a:prstGeom>
          <a:noFill/>
        </p:spPr>
        <p:txBody>
          <a:bodyPr wrap="square">
            <a:spAutoFit/>
          </a:bodyPr>
          <a:lstStyle/>
          <a:p>
            <a:pPr>
              <a:buNone/>
            </a:pPr>
            <a:r>
              <a:rPr lang="en-IN" dirty="0"/>
              <a:t>Fig: </a:t>
            </a:r>
            <a:r>
              <a:rPr lang="en-IN" dirty="0" err="1"/>
              <a:t>AutoAI</a:t>
            </a:r>
            <a:r>
              <a:rPr lang="en-IN" dirty="0"/>
              <a:t> experiment showing 9 pipelines generated from the training dataset.</a:t>
            </a:r>
          </a:p>
        </p:txBody>
      </p:sp>
    </p:spTree>
    <p:extLst>
      <p:ext uri="{BB962C8B-B14F-4D97-AF65-F5344CB8AC3E}">
        <p14:creationId xmlns:p14="http://schemas.microsoft.com/office/powerpoint/2010/main" val="2772501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400" b="1">
                <a:solidFill>
                  <a:schemeClr val="dk1"/>
                </a:solidFill>
                <a:latin typeface="Calibri"/>
                <a:ea typeface="Calibri"/>
                <a:cs typeface="Calibri"/>
              </a:rPr>
              <a:t>Best Model Screenshot:</a:t>
            </a:r>
          </a:p>
        </p:txBody>
      </p:sp>
      <p:pic>
        <p:nvPicPr>
          <p:cNvPr id="4" name="Picture 3">
            <a:extLst>
              <a:ext uri="{FF2B5EF4-FFF2-40B4-BE49-F238E27FC236}">
                <a16:creationId xmlns:a16="http://schemas.microsoft.com/office/drawing/2014/main" id="{CE44A18C-5D7F-0BB2-A424-2A875BB9FB4D}"/>
              </a:ext>
            </a:extLst>
          </p:cNvPr>
          <p:cNvPicPr>
            <a:picLocks noChangeAspect="1"/>
          </p:cNvPicPr>
          <p:nvPr/>
        </p:nvPicPr>
        <p:blipFill>
          <a:blip r:embed="rId3"/>
          <a:stretch>
            <a:fillRect/>
          </a:stretch>
        </p:blipFill>
        <p:spPr>
          <a:xfrm>
            <a:off x="897860" y="943758"/>
            <a:ext cx="10396279" cy="4970484"/>
          </a:xfrm>
          <a:prstGeom prst="rect">
            <a:avLst/>
          </a:prstGeom>
        </p:spPr>
      </p:pic>
      <p:sp>
        <p:nvSpPr>
          <p:cNvPr id="6" name="TextBox 5">
            <a:extLst>
              <a:ext uri="{FF2B5EF4-FFF2-40B4-BE49-F238E27FC236}">
                <a16:creationId xmlns:a16="http://schemas.microsoft.com/office/drawing/2014/main" id="{2E55E460-205B-DB3C-402B-78E3B91CE486}"/>
              </a:ext>
            </a:extLst>
          </p:cNvPr>
          <p:cNvSpPr txBox="1"/>
          <p:nvPr/>
        </p:nvSpPr>
        <p:spPr>
          <a:xfrm>
            <a:off x="897860" y="6011541"/>
            <a:ext cx="10125740" cy="307777"/>
          </a:xfrm>
          <a:prstGeom prst="rect">
            <a:avLst/>
          </a:prstGeom>
          <a:noFill/>
        </p:spPr>
        <p:txBody>
          <a:bodyPr wrap="square">
            <a:spAutoFit/>
          </a:bodyPr>
          <a:lstStyle/>
          <a:p>
            <a:r>
              <a:rPr lang="en-IN" dirty="0"/>
              <a:t>Fig: Pipeline leaderboard ranking algorithms by accuracy — Rank 1: Batched Tree Ensemble Classifier (0.995).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3E69E7BF-BEF2-458E-692A-A750B748D2BC}"/>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56959763-B5B5-22E5-733E-B3F05D391F6B}"/>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400" b="1">
                <a:solidFill>
                  <a:schemeClr val="dk1"/>
                </a:solidFill>
                <a:latin typeface="Calibri"/>
                <a:ea typeface="Calibri"/>
                <a:cs typeface="Calibri"/>
              </a:rPr>
              <a:t>Testing Screenshot:</a:t>
            </a:r>
          </a:p>
        </p:txBody>
      </p:sp>
      <p:pic>
        <p:nvPicPr>
          <p:cNvPr id="4" name="Picture 3">
            <a:extLst>
              <a:ext uri="{FF2B5EF4-FFF2-40B4-BE49-F238E27FC236}">
                <a16:creationId xmlns:a16="http://schemas.microsoft.com/office/drawing/2014/main" id="{48B17725-4549-B9F7-5979-FB2F6ACD6F24}"/>
              </a:ext>
            </a:extLst>
          </p:cNvPr>
          <p:cNvPicPr>
            <a:picLocks noChangeAspect="1"/>
          </p:cNvPicPr>
          <p:nvPr/>
        </p:nvPicPr>
        <p:blipFill>
          <a:blip r:embed="rId3"/>
          <a:stretch>
            <a:fillRect/>
          </a:stretch>
        </p:blipFill>
        <p:spPr>
          <a:xfrm>
            <a:off x="914400" y="954367"/>
            <a:ext cx="10363200" cy="4949265"/>
          </a:xfrm>
          <a:prstGeom prst="rect">
            <a:avLst/>
          </a:prstGeom>
        </p:spPr>
      </p:pic>
      <p:sp>
        <p:nvSpPr>
          <p:cNvPr id="6" name="TextBox 5">
            <a:extLst>
              <a:ext uri="{FF2B5EF4-FFF2-40B4-BE49-F238E27FC236}">
                <a16:creationId xmlns:a16="http://schemas.microsoft.com/office/drawing/2014/main" id="{FD190E72-F680-EE73-7E6B-0C577577B902}"/>
              </a:ext>
            </a:extLst>
          </p:cNvPr>
          <p:cNvSpPr txBox="1"/>
          <p:nvPr/>
        </p:nvSpPr>
        <p:spPr>
          <a:xfrm>
            <a:off x="914400" y="6086252"/>
            <a:ext cx="6096000" cy="307777"/>
          </a:xfrm>
          <a:prstGeom prst="rect">
            <a:avLst/>
          </a:prstGeom>
          <a:noFill/>
        </p:spPr>
        <p:txBody>
          <a:bodyPr wrap="square">
            <a:spAutoFit/>
          </a:bodyPr>
          <a:lstStyle/>
          <a:p>
            <a:r>
              <a:rPr lang="en-IN" dirty="0"/>
              <a:t>Fig: Model successfully deployed — status "Deployed", type "Online".</a:t>
            </a:r>
          </a:p>
        </p:txBody>
      </p:sp>
    </p:spTree>
    <p:extLst>
      <p:ext uri="{BB962C8B-B14F-4D97-AF65-F5344CB8AC3E}">
        <p14:creationId xmlns:p14="http://schemas.microsoft.com/office/powerpoint/2010/main" val="38666566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2DC2F13-C09F-1D50-6289-15F22A1D77FA}"/>
              </a:ext>
            </a:extLst>
          </p:cNvPr>
          <p:cNvSpPr txBox="1"/>
          <p:nvPr/>
        </p:nvSpPr>
        <p:spPr>
          <a:xfrm>
            <a:off x="414759" y="207380"/>
            <a:ext cx="2816507"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Calibri"/>
              </a:rPr>
              <a:t>Testing Screenshot:</a:t>
            </a:r>
            <a:endParaRPr lang="en-US"/>
          </a:p>
          <a:p>
            <a:pPr algn="ctr"/>
            <a:endParaRPr lang="en-US"/>
          </a:p>
        </p:txBody>
      </p:sp>
      <p:pic>
        <p:nvPicPr>
          <p:cNvPr id="3" name="Picture 2">
            <a:extLst>
              <a:ext uri="{FF2B5EF4-FFF2-40B4-BE49-F238E27FC236}">
                <a16:creationId xmlns:a16="http://schemas.microsoft.com/office/drawing/2014/main" id="{76E87798-5014-E6E6-1764-C64F2AF33684}"/>
              </a:ext>
            </a:extLst>
          </p:cNvPr>
          <p:cNvPicPr>
            <a:picLocks noChangeAspect="1"/>
          </p:cNvPicPr>
          <p:nvPr/>
        </p:nvPicPr>
        <p:blipFill>
          <a:blip r:embed="rId2"/>
          <a:stretch>
            <a:fillRect/>
          </a:stretch>
        </p:blipFill>
        <p:spPr>
          <a:xfrm>
            <a:off x="635000" y="818084"/>
            <a:ext cx="10922000" cy="5221832"/>
          </a:xfrm>
          <a:prstGeom prst="rect">
            <a:avLst/>
          </a:prstGeom>
        </p:spPr>
      </p:pic>
      <p:sp>
        <p:nvSpPr>
          <p:cNvPr id="6" name="TextBox 5">
            <a:extLst>
              <a:ext uri="{FF2B5EF4-FFF2-40B4-BE49-F238E27FC236}">
                <a16:creationId xmlns:a16="http://schemas.microsoft.com/office/drawing/2014/main" id="{AAD7DFAF-625E-F901-EAEA-2265D9FFE8C9}"/>
              </a:ext>
            </a:extLst>
          </p:cNvPr>
          <p:cNvSpPr txBox="1"/>
          <p:nvPr/>
        </p:nvSpPr>
        <p:spPr>
          <a:xfrm>
            <a:off x="635000" y="6128583"/>
            <a:ext cx="7894320" cy="307777"/>
          </a:xfrm>
          <a:prstGeom prst="rect">
            <a:avLst/>
          </a:prstGeom>
          <a:noFill/>
        </p:spPr>
        <p:txBody>
          <a:bodyPr wrap="square">
            <a:spAutoFit/>
          </a:bodyPr>
          <a:lstStyle/>
          <a:p>
            <a:r>
              <a:rPr lang="en-IN" dirty="0"/>
              <a:t>Fig: Model tested with sample input, returning prediction "No Failure" with 100% confidence</a:t>
            </a:r>
          </a:p>
        </p:txBody>
      </p:sp>
    </p:spTree>
    <p:extLst>
      <p:ext uri="{BB962C8B-B14F-4D97-AF65-F5344CB8AC3E}">
        <p14:creationId xmlns:p14="http://schemas.microsoft.com/office/powerpoint/2010/main" val="30212958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0769628" cy="3693319"/>
          </a:xfrm>
          <a:prstGeom prst="rect">
            <a:avLst/>
          </a:prstGeom>
          <a:noFill/>
        </p:spPr>
        <p:txBody>
          <a:bodyPr wrap="square" lIns="91440" tIns="45720" rIns="91440" bIns="45720" rtlCol="0" anchor="t">
            <a:spAutoFit/>
          </a:bodyPr>
          <a:lstStyle/>
          <a:p>
            <a:pPr marL="285750" indent="-285750">
              <a:buChar char="•"/>
            </a:pPr>
            <a:r>
              <a:rPr lang="en-IN" sz="1800" dirty="0"/>
              <a:t>The solution automates industrial failure prediction, reducing manual monitoring effort and response time.</a:t>
            </a:r>
          </a:p>
          <a:p>
            <a:endParaRPr lang="en-IN" sz="1800" dirty="0"/>
          </a:p>
          <a:p>
            <a:pPr marL="285750" indent="-285750">
              <a:buChar char="•"/>
            </a:pPr>
            <a:r>
              <a:rPr lang="en-IN" sz="1800" dirty="0"/>
              <a:t>It uses IBM watsonx.ai </a:t>
            </a:r>
            <a:r>
              <a:rPr lang="en-IN" sz="1800" dirty="0" err="1"/>
              <a:t>AutoAI</a:t>
            </a:r>
            <a:r>
              <a:rPr lang="en-IN" sz="1800" dirty="0"/>
              <a:t> to automatically discover the best machine learning model without extensive coding.</a:t>
            </a:r>
          </a:p>
          <a:p>
            <a:pPr marL="285750" indent="-285750">
              <a:buChar char="•"/>
            </a:pPr>
            <a:endParaRPr lang="en-IN" sz="1800" dirty="0"/>
          </a:p>
          <a:p>
            <a:pPr marL="285750" indent="-285750">
              <a:buChar char="•"/>
            </a:pPr>
            <a:r>
              <a:rPr lang="en-IN" sz="1800" dirty="0"/>
              <a:t>The system can accurately classify machines into multiple failure categories through a single intelligent platform.</a:t>
            </a:r>
          </a:p>
          <a:p>
            <a:pPr marL="285750" indent="-285750">
              <a:buChar char="•"/>
            </a:pPr>
            <a:endParaRPr lang="en-IN" sz="1800" dirty="0"/>
          </a:p>
          <a:p>
            <a:pPr marL="285750" indent="-285750">
              <a:buChar char="•"/>
            </a:pPr>
            <a:r>
              <a:rPr lang="en-IN" sz="1800" dirty="0"/>
              <a:t>Automated feature engineering helps identify hidden patterns in sensor data linked to failure.</a:t>
            </a:r>
            <a:br>
              <a:rPr lang="en-IN" sz="1800" dirty="0"/>
            </a:br>
            <a:endParaRPr lang="en-IN" sz="1800" dirty="0"/>
          </a:p>
          <a:p>
            <a:pPr marL="285750" indent="-285750">
              <a:buChar char="•"/>
            </a:pPr>
            <a:r>
              <a:rPr lang="en-IN" sz="1800" dirty="0"/>
              <a:t>The model ensures consistent, unbiased failure prediction, minimizing human error in maintenance decisions.</a:t>
            </a:r>
            <a:endParaRPr lang="en-IN" sz="1800" b="1" dirty="0"/>
          </a:p>
        </p:txBody>
      </p:sp>
    </p:spTree>
    <p:extLst>
      <p:ext uri="{BB962C8B-B14F-4D97-AF65-F5344CB8AC3E}">
        <p14:creationId xmlns:p14="http://schemas.microsoft.com/office/powerpoint/2010/main" val="917964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24746"/>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https://github.com/MJ-0324-2006/predictive-maintenance-ps39</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721360" y="451881"/>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721360" y="1290499"/>
            <a:ext cx="9457944" cy="4277001"/>
          </a:xfrm>
          <a:prstGeom prst="rect">
            <a:avLst/>
          </a:prstGeom>
          <a:noFill/>
          <a:ln>
            <a:noFill/>
          </a:ln>
        </p:spPr>
        <p:txBody>
          <a:bodyPr spcFirstLastPara="1" wrap="square" lIns="0" tIns="0" rIns="0" bIns="0" anchor="t" anchorCtr="0">
            <a:noAutofit/>
          </a:bodyPr>
          <a:lstStyle/>
          <a:p>
            <a:pPr marL="342900" lvl="0" indent="-342900">
              <a:lnSpc>
                <a:spcPct val="150000"/>
              </a:lnSpc>
              <a:buSzPts val="1850"/>
              <a:buFont typeface="Arial" panose="020B0604020202020204" pitchFamily="34" charset="0"/>
              <a:buChar char="•"/>
            </a:pPr>
            <a:r>
              <a:rPr lang="en-IN" sz="2000" dirty="0"/>
              <a:t>The system can be integrated with real-time IoT sensors on factory machines for continuous monitoring.</a:t>
            </a:r>
          </a:p>
          <a:p>
            <a:pPr marL="342900" lvl="0" indent="-342900">
              <a:lnSpc>
                <a:spcPct val="150000"/>
              </a:lnSpc>
              <a:buSzPts val="1850"/>
              <a:buFont typeface="Arial" panose="020B0604020202020204" pitchFamily="34" charset="0"/>
              <a:buChar char="•"/>
            </a:pPr>
            <a:r>
              <a:rPr lang="en-IN" sz="2000" dirty="0"/>
              <a:t>Additional machine types (pumps, motors, conveyors) can be included, enabling a unified predictive maintenance platform.</a:t>
            </a:r>
          </a:p>
          <a:p>
            <a:pPr marL="342900" lvl="0" indent="-342900">
              <a:lnSpc>
                <a:spcPct val="150000"/>
              </a:lnSpc>
              <a:buSzPts val="1850"/>
              <a:buFont typeface="Arial" panose="020B0604020202020204" pitchFamily="34" charset="0"/>
              <a:buChar char="•"/>
            </a:pPr>
            <a:r>
              <a:rPr lang="en-IN" sz="2000" dirty="0"/>
              <a:t>Real-time data streaming can improve early failure detection and reduce false alerts.</a:t>
            </a:r>
          </a:p>
          <a:p>
            <a:pPr marL="342900" lvl="0" indent="-342900">
              <a:lnSpc>
                <a:spcPct val="150000"/>
              </a:lnSpc>
              <a:buSzPts val="1850"/>
              <a:buFont typeface="Arial" panose="020B0604020202020204" pitchFamily="34" charset="0"/>
              <a:buChar char="•"/>
            </a:pPr>
            <a:r>
              <a:rPr lang="en-IN" sz="2000" dirty="0"/>
              <a:t>Advanced AI models in IBM watsonx.ai can be used to continuously improve prediction accuracy as new data becomes available.</a:t>
            </a:r>
          </a:p>
          <a:p>
            <a:pPr marL="342900" lvl="0" indent="-342900">
              <a:lnSpc>
                <a:spcPct val="150000"/>
              </a:lnSpc>
              <a:buSzPts val="1850"/>
              <a:buFont typeface="Arial" panose="020B0604020202020204" pitchFamily="34" charset="0"/>
              <a:buChar char="•"/>
            </a:pPr>
            <a:r>
              <a:rPr lang="en-IN" sz="2000" dirty="0"/>
              <a:t>The solution can be scaled across factories to support predictive, data-driven maintenance nationwide.</a:t>
            </a:r>
            <a:endParaRPr lang="en-US" sz="1850" b="1" dirty="0">
              <a:solidFill>
                <a:srgbClr val="2B3541"/>
              </a:solidFill>
              <a:latin typeface="Times New Roman"/>
              <a:cs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1C488599-1CDB-6479-4ED5-FDEEC38049D9}"/>
                  </a:ext>
                </a:extLst>
              </p14:cNvPr>
              <p14:cNvContentPartPr/>
              <p14:nvPr/>
            </p14:nvContentPartPr>
            <p14:xfrm>
              <a:off x="3048334" y="3639298"/>
              <a:ext cx="3513095" cy="16098"/>
            </p14:xfrm>
          </p:contentPart>
        </mc:Choice>
        <mc:Fallback xmlns="">
          <p:pic>
            <p:nvPicPr>
              <p:cNvPr id="2" name="Ink 1">
                <a:extLst>
                  <a:ext uri="{FF2B5EF4-FFF2-40B4-BE49-F238E27FC236}">
                    <a16:creationId xmlns:a16="http://schemas.microsoft.com/office/drawing/2014/main" id="{1C488599-1CDB-6479-4ED5-FDEEC38049D9}"/>
                  </a:ext>
                </a:extLst>
              </p:cNvPr>
              <p:cNvPicPr/>
              <p:nvPr/>
            </p:nvPicPr>
            <p:blipFill>
              <a:blip r:embed="rId4"/>
              <a:stretch>
                <a:fillRect/>
              </a:stretch>
            </p:blipFill>
            <p:spPr>
              <a:xfrm>
                <a:off x="3030337" y="2834398"/>
                <a:ext cx="3548730" cy="1609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66AD5D31-EDA5-2C50-7CE9-7D1E60A89F54}"/>
                  </a:ext>
                </a:extLst>
              </p14:cNvPr>
              <p14:cNvContentPartPr/>
              <p14:nvPr/>
            </p14:nvContentPartPr>
            <p14:xfrm>
              <a:off x="3338890" y="3210002"/>
              <a:ext cx="3042822" cy="16098"/>
            </p14:xfrm>
          </p:contentPart>
        </mc:Choice>
        <mc:Fallback xmlns="">
          <p:pic>
            <p:nvPicPr>
              <p:cNvPr id="5" name="Ink 4">
                <a:extLst>
                  <a:ext uri="{FF2B5EF4-FFF2-40B4-BE49-F238E27FC236}">
                    <a16:creationId xmlns:a16="http://schemas.microsoft.com/office/drawing/2014/main" id="{66AD5D31-EDA5-2C50-7CE9-7D1E60A89F54}"/>
                  </a:ext>
                </a:extLst>
              </p:cNvPr>
              <p:cNvPicPr/>
              <p:nvPr/>
            </p:nvPicPr>
            <p:blipFill>
              <a:blip r:embed="rId6"/>
              <a:stretch>
                <a:fillRect/>
              </a:stretch>
            </p:blipFill>
            <p:spPr>
              <a:xfrm>
                <a:off x="3320892" y="2405102"/>
                <a:ext cx="3078459" cy="1609800"/>
              </a:xfrm>
              <a:prstGeom prst="rect">
                <a:avLst/>
              </a:prstGeom>
            </p:spPr>
          </p:pic>
        </mc:Fallback>
      </mc:AlternateContent>
      <p:pic>
        <p:nvPicPr>
          <p:cNvPr id="8" name="Picture 7">
            <a:extLst>
              <a:ext uri="{FF2B5EF4-FFF2-40B4-BE49-F238E27FC236}">
                <a16:creationId xmlns:a16="http://schemas.microsoft.com/office/drawing/2014/main" id="{98B7D4EA-776B-236A-B369-9337595B3601}"/>
              </a:ext>
            </a:extLst>
          </p:cNvPr>
          <p:cNvPicPr>
            <a:picLocks noChangeAspect="1"/>
          </p:cNvPicPr>
          <p:nvPr/>
        </p:nvPicPr>
        <p:blipFill>
          <a:blip r:embed="rId7"/>
          <a:stretch>
            <a:fillRect/>
          </a:stretch>
        </p:blipFill>
        <p:spPr>
          <a:xfrm>
            <a:off x="2110394" y="767470"/>
            <a:ext cx="7971211" cy="5883150"/>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3" name="Picture 2">
            <a:extLst>
              <a:ext uri="{FF2B5EF4-FFF2-40B4-BE49-F238E27FC236}">
                <a16:creationId xmlns:a16="http://schemas.microsoft.com/office/drawing/2014/main" id="{EFD561C9-9A10-0CBC-DD45-F6895F3DCE5D}"/>
              </a:ext>
            </a:extLst>
          </p:cNvPr>
          <p:cNvPicPr>
            <a:picLocks noChangeAspect="1"/>
          </p:cNvPicPr>
          <p:nvPr/>
        </p:nvPicPr>
        <p:blipFill>
          <a:blip r:embed="rId2"/>
          <a:stretch>
            <a:fillRect/>
          </a:stretch>
        </p:blipFill>
        <p:spPr>
          <a:xfrm>
            <a:off x="1698100" y="1000019"/>
            <a:ext cx="9149192" cy="5524780"/>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TotalTime>
  <Words>659</Words>
  <Application>Microsoft Office PowerPoint</Application>
  <PresentationFormat>Widescreen</PresentationFormat>
  <Paragraphs>66</Paragraphs>
  <Slides>15</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Miriyala Jashmitha</cp:lastModifiedBy>
  <cp:revision>2</cp:revision>
  <dcterms:created xsi:type="dcterms:W3CDTF">2025-07-08T05:06:56Z</dcterms:created>
  <dcterms:modified xsi:type="dcterms:W3CDTF">2026-07-11T08:02:07Z</dcterms:modified>
</cp:coreProperties>
</file>