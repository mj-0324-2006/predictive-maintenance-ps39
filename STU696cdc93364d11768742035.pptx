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ink/ink1.xml" ContentType="application/inkml+xml"/>
  <Override PartName="/ppt/ink/ink2.xml" ContentType="application/inkml+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96" r:id="rId1"/>
  </p:sldMasterIdLst>
  <p:notesMasterIdLst>
    <p:notesMasterId r:id="rId17"/>
  </p:notesMasterIdLst>
  <p:sldIdLst>
    <p:sldId id="283" r:id="rId2"/>
    <p:sldId id="257" r:id="rId3"/>
    <p:sldId id="282" r:id="rId4"/>
    <p:sldId id="285" r:id="rId5"/>
    <p:sldId id="278" r:id="rId6"/>
    <p:sldId id="279" r:id="rId7"/>
    <p:sldId id="262" r:id="rId8"/>
    <p:sldId id="290" r:id="rId9"/>
    <p:sldId id="291" r:id="rId10"/>
    <p:sldId id="286" r:id="rId11"/>
    <p:sldId id="287" r:id="rId12"/>
    <p:sldId id="280" r:id="rId13"/>
    <p:sldId id="288" r:id="rId14"/>
    <p:sldId id="289" r:id="rId15"/>
    <p:sldId id="276"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GoogleSlidesCustomDataVersion2">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2F4D273-B96F-4650-B81D-47822A67E929}" v="12" dt="2026-07-11T17:07:12.001"/>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946"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riyala Jashmitha" userId="7961277030b3d89d" providerId="LiveId" clId="{9D1669D7-9D5A-4EE1-A474-8017BFF36D7D}"/>
    <pc:docChg chg="undo custSel modSld">
      <pc:chgData name="Miriyala Jashmitha" userId="7961277030b3d89d" providerId="LiveId" clId="{9D1669D7-9D5A-4EE1-A474-8017BFF36D7D}" dt="2026-07-11T17:11:43.330" v="121" actId="207"/>
      <pc:docMkLst>
        <pc:docMk/>
      </pc:docMkLst>
      <pc:sldChg chg="addSp delSp modSp mod">
        <pc:chgData name="Miriyala Jashmitha" userId="7961277030b3d89d" providerId="LiveId" clId="{9D1669D7-9D5A-4EE1-A474-8017BFF36D7D}" dt="2026-07-11T17:07:30.513" v="107" actId="207"/>
        <pc:sldMkLst>
          <pc:docMk/>
          <pc:sldMk cId="0" sldId="257"/>
        </pc:sldMkLst>
        <pc:spChg chg="del mod">
          <ac:chgData name="Miriyala Jashmitha" userId="7961277030b3d89d" providerId="LiveId" clId="{9D1669D7-9D5A-4EE1-A474-8017BFF36D7D}" dt="2026-07-11T07:59:23.469" v="12"/>
          <ac:spMkLst>
            <pc:docMk/>
            <pc:sldMk cId="0" sldId="257"/>
            <ac:spMk id="3" creationId="{B0B023FA-CFEB-ACE9-8425-7E72E307CDC5}"/>
          </ac:spMkLst>
        </pc:spChg>
        <pc:spChg chg="mod">
          <ac:chgData name="Miriyala Jashmitha" userId="7961277030b3d89d" providerId="LiveId" clId="{9D1669D7-9D5A-4EE1-A474-8017BFF36D7D}" dt="2026-07-11T17:07:21.878" v="106" actId="207"/>
          <ac:spMkLst>
            <pc:docMk/>
            <pc:sldMk cId="0" sldId="257"/>
            <ac:spMk id="4" creationId="{A828B9EF-C084-F5D4-CA27-75AF7D995640}"/>
          </ac:spMkLst>
        </pc:spChg>
        <pc:spChg chg="add del">
          <ac:chgData name="Miriyala Jashmitha" userId="7961277030b3d89d" providerId="LiveId" clId="{9D1669D7-9D5A-4EE1-A474-8017BFF36D7D}" dt="2026-07-11T07:58:43.147" v="4" actId="22"/>
          <ac:spMkLst>
            <pc:docMk/>
            <pc:sldMk cId="0" sldId="257"/>
            <ac:spMk id="5" creationId="{2499D934-0067-F3DE-44E9-505FA0163633}"/>
          </ac:spMkLst>
        </pc:spChg>
        <pc:spChg chg="mod">
          <ac:chgData name="Miriyala Jashmitha" userId="7961277030b3d89d" providerId="LiveId" clId="{9D1669D7-9D5A-4EE1-A474-8017BFF36D7D}" dt="2026-07-11T17:07:21.878" v="106" actId="207"/>
          <ac:spMkLst>
            <pc:docMk/>
            <pc:sldMk cId="0" sldId="257"/>
            <ac:spMk id="7" creationId="{3D723CA3-EC2D-165A-F109-3759C4E9C8A4}"/>
          </ac:spMkLst>
        </pc:spChg>
        <pc:spChg chg="mod">
          <ac:chgData name="Miriyala Jashmitha" userId="7961277030b3d89d" providerId="LiveId" clId="{9D1669D7-9D5A-4EE1-A474-8017BFF36D7D}" dt="2026-07-11T17:07:21.878" v="106" actId="207"/>
          <ac:spMkLst>
            <pc:docMk/>
            <pc:sldMk cId="0" sldId="257"/>
            <ac:spMk id="92" creationId="{00000000-0000-0000-0000-000000000000}"/>
          </ac:spMkLst>
        </pc:spChg>
        <pc:spChg chg="mod">
          <ac:chgData name="Miriyala Jashmitha" userId="7961277030b3d89d" providerId="LiveId" clId="{9D1669D7-9D5A-4EE1-A474-8017BFF36D7D}" dt="2026-07-11T17:07:21.878" v="106" actId="207"/>
          <ac:spMkLst>
            <pc:docMk/>
            <pc:sldMk cId="0" sldId="257"/>
            <ac:spMk id="95" creationId="{00000000-0000-0000-0000-000000000000}"/>
          </ac:spMkLst>
        </pc:spChg>
        <pc:graphicFrameChg chg="add mod modGraphic">
          <ac:chgData name="Miriyala Jashmitha" userId="7961277030b3d89d" providerId="LiveId" clId="{9D1669D7-9D5A-4EE1-A474-8017BFF36D7D}" dt="2026-07-11T17:07:30.513" v="107" actId="207"/>
          <ac:graphicFrameMkLst>
            <pc:docMk/>
            <pc:sldMk cId="0" sldId="257"/>
            <ac:graphicFrameMk id="8" creationId="{56AF0EFC-03BE-3DC8-F2EE-2039C01C8B11}"/>
          </ac:graphicFrameMkLst>
        </pc:graphicFrameChg>
        <pc:graphicFrameChg chg="del modGraphic">
          <ac:chgData name="Miriyala Jashmitha" userId="7961277030b3d89d" providerId="LiveId" clId="{9D1669D7-9D5A-4EE1-A474-8017BFF36D7D}" dt="2026-07-11T07:58:38.700" v="1" actId="478"/>
          <ac:graphicFrameMkLst>
            <pc:docMk/>
            <pc:sldMk cId="0" sldId="257"/>
            <ac:graphicFrameMk id="96" creationId="{00000000-0000-0000-0000-000000000000}"/>
          </ac:graphicFrameMkLst>
        </pc:graphicFrameChg>
        <pc:picChg chg="add mod">
          <ac:chgData name="Miriyala Jashmitha" userId="7961277030b3d89d" providerId="LiveId" clId="{9D1669D7-9D5A-4EE1-A474-8017BFF36D7D}" dt="2026-07-11T17:03:26.469" v="74" actId="688"/>
          <ac:picMkLst>
            <pc:docMk/>
            <pc:sldMk cId="0" sldId="257"/>
            <ac:picMk id="10" creationId="{8B0FAD53-2E9D-A00F-3501-A269401380C1}"/>
          </ac:picMkLst>
        </pc:picChg>
        <pc:picChg chg="del">
          <ac:chgData name="Miriyala Jashmitha" userId="7961277030b3d89d" providerId="LiveId" clId="{9D1669D7-9D5A-4EE1-A474-8017BFF36D7D}" dt="2026-07-11T07:58:40.736" v="2" actId="478"/>
          <ac:picMkLst>
            <pc:docMk/>
            <pc:sldMk cId="0" sldId="257"/>
            <ac:picMk id="98" creationId="{00000000-0000-0000-0000-000000000000}"/>
          </ac:picMkLst>
        </pc:picChg>
      </pc:sldChg>
      <pc:sldChg chg="modSp mod">
        <pc:chgData name="Miriyala Jashmitha" userId="7961277030b3d89d" providerId="LiveId" clId="{9D1669D7-9D5A-4EE1-A474-8017BFF36D7D}" dt="2026-07-11T17:08:18.909" v="112" actId="207"/>
        <pc:sldMkLst>
          <pc:docMk/>
          <pc:sldMk cId="0" sldId="262"/>
        </pc:sldMkLst>
        <pc:spChg chg="mod">
          <ac:chgData name="Miriyala Jashmitha" userId="7961277030b3d89d" providerId="LiveId" clId="{9D1669D7-9D5A-4EE1-A474-8017BFF36D7D}" dt="2026-07-11T17:08:18.909" v="112" actId="207"/>
          <ac:spMkLst>
            <pc:docMk/>
            <pc:sldMk cId="0" sldId="262"/>
            <ac:spMk id="2" creationId="{78578745-3233-E2C4-2AF4-55BA57C68D3F}"/>
          </ac:spMkLst>
        </pc:spChg>
        <pc:spChg chg="mod">
          <ac:chgData name="Miriyala Jashmitha" userId="7961277030b3d89d" providerId="LiveId" clId="{9D1669D7-9D5A-4EE1-A474-8017BFF36D7D}" dt="2026-07-11T17:08:18.909" v="112" actId="207"/>
          <ac:spMkLst>
            <pc:docMk/>
            <pc:sldMk cId="0" sldId="262"/>
            <ac:spMk id="6" creationId="{2E55E460-205B-DB3C-402B-78E3B91CE486}"/>
          </ac:spMkLst>
        </pc:spChg>
      </pc:sldChg>
      <pc:sldChg chg="addSp delSp modSp mod modClrScheme chgLayout">
        <pc:chgData name="Miriyala Jashmitha" userId="7961277030b3d89d" providerId="LiveId" clId="{9D1669D7-9D5A-4EE1-A474-8017BFF36D7D}" dt="2026-07-11T17:06:57.685" v="102" actId="207"/>
        <pc:sldMkLst>
          <pc:docMk/>
          <pc:sldMk cId="0" sldId="276"/>
        </pc:sldMkLst>
        <pc:spChg chg="add mod">
          <ac:chgData name="Miriyala Jashmitha" userId="7961277030b3d89d" providerId="LiveId" clId="{9D1669D7-9D5A-4EE1-A474-8017BFF36D7D}" dt="2026-07-11T17:06:57.685" v="102" actId="207"/>
          <ac:spMkLst>
            <pc:docMk/>
            <pc:sldMk cId="0" sldId="276"/>
            <ac:spMk id="2" creationId="{4B86CF32-8338-2439-88D2-09CBFD01EEA1}"/>
          </ac:spMkLst>
        </pc:spChg>
        <pc:picChg chg="del">
          <ac:chgData name="Miriyala Jashmitha" userId="7961277030b3d89d" providerId="LiveId" clId="{9D1669D7-9D5A-4EE1-A474-8017BFF36D7D}" dt="2026-07-11T17:05:57.001" v="87" actId="478"/>
          <ac:picMkLst>
            <pc:docMk/>
            <pc:sldMk cId="0" sldId="276"/>
            <ac:picMk id="310" creationId="{00000000-0000-0000-0000-000000000000}"/>
          </ac:picMkLst>
        </pc:picChg>
      </pc:sldChg>
      <pc:sldChg chg="modSp mod">
        <pc:chgData name="Miriyala Jashmitha" userId="7961277030b3d89d" providerId="LiveId" clId="{9D1669D7-9D5A-4EE1-A474-8017BFF36D7D}" dt="2026-07-11T17:08:00.977" v="110" actId="207"/>
        <pc:sldMkLst>
          <pc:docMk/>
          <pc:sldMk cId="3764405840" sldId="278"/>
        </pc:sldMkLst>
        <pc:spChg chg="mod">
          <ac:chgData name="Miriyala Jashmitha" userId="7961277030b3d89d" providerId="LiveId" clId="{9D1669D7-9D5A-4EE1-A474-8017BFF36D7D}" dt="2026-07-11T17:08:00.977" v="110" actId="207"/>
          <ac:spMkLst>
            <pc:docMk/>
            <pc:sldMk cId="3764405840" sldId="278"/>
            <ac:spMk id="2" creationId="{151FBD4A-3273-E454-091D-D5B0678FC299}"/>
          </ac:spMkLst>
        </pc:spChg>
        <pc:spChg chg="mod">
          <ac:chgData name="Miriyala Jashmitha" userId="7961277030b3d89d" providerId="LiveId" clId="{9D1669D7-9D5A-4EE1-A474-8017BFF36D7D}" dt="2026-07-11T17:08:00.977" v="110" actId="207"/>
          <ac:spMkLst>
            <pc:docMk/>
            <pc:sldMk cId="3764405840" sldId="278"/>
            <ac:spMk id="3" creationId="{4A7608B5-9906-EFCF-959A-E89FC2E3EE19}"/>
          </ac:spMkLst>
        </pc:spChg>
      </pc:sldChg>
      <pc:sldChg chg="modSp mod">
        <pc:chgData name="Miriyala Jashmitha" userId="7961277030b3d89d" providerId="LiveId" clId="{9D1669D7-9D5A-4EE1-A474-8017BFF36D7D}" dt="2026-07-11T17:08:11.720" v="111" actId="207"/>
        <pc:sldMkLst>
          <pc:docMk/>
          <pc:sldMk cId="2772501912" sldId="279"/>
        </pc:sldMkLst>
        <pc:spChg chg="mod">
          <ac:chgData name="Miriyala Jashmitha" userId="7961277030b3d89d" providerId="LiveId" clId="{9D1669D7-9D5A-4EE1-A474-8017BFF36D7D}" dt="2026-07-11T17:08:11.720" v="111" actId="207"/>
          <ac:spMkLst>
            <pc:docMk/>
            <pc:sldMk cId="2772501912" sldId="279"/>
            <ac:spMk id="2" creationId="{B64CF172-D2AF-03D8-F919-AA7827A0D969}"/>
          </ac:spMkLst>
        </pc:spChg>
        <pc:spChg chg="mod">
          <ac:chgData name="Miriyala Jashmitha" userId="7961277030b3d89d" providerId="LiveId" clId="{9D1669D7-9D5A-4EE1-A474-8017BFF36D7D}" dt="2026-07-11T17:08:11.720" v="111" actId="207"/>
          <ac:spMkLst>
            <pc:docMk/>
            <pc:sldMk cId="2772501912" sldId="279"/>
            <ac:spMk id="6" creationId="{9D33063B-E442-C97F-0CFB-9A45ADE02406}"/>
          </ac:spMkLst>
        </pc:spChg>
      </pc:sldChg>
      <pc:sldChg chg="delSp modSp mod">
        <pc:chgData name="Miriyala Jashmitha" userId="7961277030b3d89d" providerId="LiveId" clId="{9D1669D7-9D5A-4EE1-A474-8017BFF36D7D}" dt="2026-07-11T17:08:48.645" v="118" actId="207"/>
        <pc:sldMkLst>
          <pc:docMk/>
          <pc:sldMk cId="2136706720" sldId="280"/>
        </pc:sldMkLst>
        <pc:spChg chg="mod">
          <ac:chgData name="Miriyala Jashmitha" userId="7961277030b3d89d" providerId="LiveId" clId="{9D1669D7-9D5A-4EE1-A474-8017BFF36D7D}" dt="2026-07-11T17:08:48.645" v="118" actId="207"/>
          <ac:spMkLst>
            <pc:docMk/>
            <pc:sldMk cId="2136706720" sldId="280"/>
            <ac:spMk id="278" creationId="{0668C6FD-577A-7288-5642-1AFC22BD04F2}"/>
          </ac:spMkLst>
        </pc:spChg>
        <pc:spChg chg="mod">
          <ac:chgData name="Miriyala Jashmitha" userId="7961277030b3d89d" providerId="LiveId" clId="{9D1669D7-9D5A-4EE1-A474-8017BFF36D7D}" dt="2026-07-11T17:08:48.645" v="118" actId="207"/>
          <ac:spMkLst>
            <pc:docMk/>
            <pc:sldMk cId="2136706720" sldId="280"/>
            <ac:spMk id="279" creationId="{EAFA16CB-0A72-5AC5-69A0-ABF4A752B43F}"/>
          </ac:spMkLst>
        </pc:spChg>
        <pc:spChg chg="del">
          <ac:chgData name="Miriyala Jashmitha" userId="7961277030b3d89d" providerId="LiveId" clId="{9D1669D7-9D5A-4EE1-A474-8017BFF36D7D}" dt="2026-07-11T08:06:17.653" v="34" actId="478"/>
          <ac:spMkLst>
            <pc:docMk/>
            <pc:sldMk cId="2136706720" sldId="280"/>
            <ac:spMk id="280" creationId="{B888011B-E4AC-77DB-4A60-BE2C891C49F5}"/>
          </ac:spMkLst>
        </pc:spChg>
        <pc:spChg chg="del">
          <ac:chgData name="Miriyala Jashmitha" userId="7961277030b3d89d" providerId="LiveId" clId="{9D1669D7-9D5A-4EE1-A474-8017BFF36D7D}" dt="2026-07-11T08:06:21.680" v="35" actId="478"/>
          <ac:spMkLst>
            <pc:docMk/>
            <pc:sldMk cId="2136706720" sldId="280"/>
            <ac:spMk id="281" creationId="{91F05971-9256-10B5-6575-4E7C679C6DAA}"/>
          </ac:spMkLst>
        </pc:spChg>
        <pc:spChg chg="del">
          <ac:chgData name="Miriyala Jashmitha" userId="7961277030b3d89d" providerId="LiveId" clId="{9D1669D7-9D5A-4EE1-A474-8017BFF36D7D}" dt="2026-07-11T08:06:25.543" v="36" actId="478"/>
          <ac:spMkLst>
            <pc:docMk/>
            <pc:sldMk cId="2136706720" sldId="280"/>
            <ac:spMk id="282" creationId="{F1C3EBC2-438F-C150-9ABF-F14321C2CC5C}"/>
          </ac:spMkLst>
        </pc:spChg>
      </pc:sldChg>
      <pc:sldChg chg="modSp mod">
        <pc:chgData name="Miriyala Jashmitha" userId="7961277030b3d89d" providerId="LiveId" clId="{9D1669D7-9D5A-4EE1-A474-8017BFF36D7D}" dt="2026-07-11T17:07:54.665" v="109" actId="207"/>
        <pc:sldMkLst>
          <pc:docMk/>
          <pc:sldMk cId="2952584201" sldId="282"/>
        </pc:sldMkLst>
        <pc:spChg chg="mod">
          <ac:chgData name="Miriyala Jashmitha" userId="7961277030b3d89d" providerId="LiveId" clId="{9D1669D7-9D5A-4EE1-A474-8017BFF36D7D}" dt="2026-07-11T17:07:54.665" v="109" actId="207"/>
          <ac:spMkLst>
            <pc:docMk/>
            <pc:sldMk cId="2952584201" sldId="282"/>
            <ac:spMk id="2" creationId="{C6F6745E-14BA-0766-CE1E-32E29663832D}"/>
          </ac:spMkLst>
        </pc:spChg>
        <pc:spChg chg="mod">
          <ac:chgData name="Miriyala Jashmitha" userId="7961277030b3d89d" providerId="LiveId" clId="{9D1669D7-9D5A-4EE1-A474-8017BFF36D7D}" dt="2026-07-11T17:07:37.095" v="108" actId="207"/>
          <ac:spMkLst>
            <pc:docMk/>
            <pc:sldMk cId="2952584201" sldId="282"/>
            <ac:spMk id="3" creationId="{3847FA31-EA47-D27A-9D69-AF50A3080AEC}"/>
          </ac:spMkLst>
        </pc:spChg>
      </pc:sldChg>
      <pc:sldChg chg="modSp mod">
        <pc:chgData name="Miriyala Jashmitha" userId="7961277030b3d89d" providerId="LiveId" clId="{9D1669D7-9D5A-4EE1-A474-8017BFF36D7D}" dt="2026-07-11T17:07:11.996" v="105"/>
        <pc:sldMkLst>
          <pc:docMk/>
          <pc:sldMk cId="957564641" sldId="283"/>
        </pc:sldMkLst>
        <pc:spChg chg="mod">
          <ac:chgData name="Miriyala Jashmitha" userId="7961277030b3d89d" providerId="LiveId" clId="{9D1669D7-9D5A-4EE1-A474-8017BFF36D7D}" dt="2026-07-11T17:02:28.771" v="72"/>
          <ac:spMkLst>
            <pc:docMk/>
            <pc:sldMk cId="957564641" sldId="283"/>
            <ac:spMk id="2" creationId="{9AF97BF8-B3EC-77A2-9BFD-D66830272D56}"/>
          </ac:spMkLst>
        </pc:spChg>
        <pc:spChg chg="mod">
          <ac:chgData name="Miriyala Jashmitha" userId="7961277030b3d89d" providerId="LiveId" clId="{9D1669D7-9D5A-4EE1-A474-8017BFF36D7D}" dt="2026-07-11T17:07:11.996" v="105"/>
          <ac:spMkLst>
            <pc:docMk/>
            <pc:sldMk cId="957564641" sldId="283"/>
            <ac:spMk id="3" creationId="{FFAB85A1-2169-FF43-3E91-E2E8ADA742FF}"/>
          </ac:spMkLst>
        </pc:spChg>
      </pc:sldChg>
      <pc:sldChg chg="modSp mod">
        <pc:chgData name="Miriyala Jashmitha" userId="7961277030b3d89d" providerId="LiveId" clId="{9D1669D7-9D5A-4EE1-A474-8017BFF36D7D}" dt="2026-07-11T17:11:43.330" v="121" actId="207"/>
        <pc:sldMkLst>
          <pc:docMk/>
          <pc:sldMk cId="2290294991" sldId="285"/>
        </pc:sldMkLst>
        <pc:spChg chg="mod">
          <ac:chgData name="Miriyala Jashmitha" userId="7961277030b3d89d" providerId="LiveId" clId="{9D1669D7-9D5A-4EE1-A474-8017BFF36D7D}" dt="2026-07-11T17:11:43.330" v="121" actId="207"/>
          <ac:spMkLst>
            <pc:docMk/>
            <pc:sldMk cId="2290294991" sldId="285"/>
            <ac:spMk id="2" creationId="{4A1BF701-ABCA-4DF0-8330-B6AF71EF8E39}"/>
          </ac:spMkLst>
        </pc:spChg>
        <pc:spChg chg="mod">
          <ac:chgData name="Miriyala Jashmitha" userId="7961277030b3d89d" providerId="LiveId" clId="{9D1669D7-9D5A-4EE1-A474-8017BFF36D7D}" dt="2026-07-11T17:11:43.330" v="121" actId="207"/>
          <ac:spMkLst>
            <pc:docMk/>
            <pc:sldMk cId="2290294991" sldId="285"/>
            <ac:spMk id="3" creationId="{527F30CC-07EF-8FCC-DA00-C9212F5DAECE}"/>
          </ac:spMkLst>
        </pc:spChg>
      </pc:sldChg>
      <pc:sldChg chg="modSp mod">
        <pc:chgData name="Miriyala Jashmitha" userId="7961277030b3d89d" providerId="LiveId" clId="{9D1669D7-9D5A-4EE1-A474-8017BFF36D7D}" dt="2026-07-11T17:08:33.582" v="115" actId="207"/>
        <pc:sldMkLst>
          <pc:docMk/>
          <pc:sldMk cId="917964102" sldId="286"/>
        </pc:sldMkLst>
        <pc:spChg chg="mod">
          <ac:chgData name="Miriyala Jashmitha" userId="7961277030b3d89d" providerId="LiveId" clId="{9D1669D7-9D5A-4EE1-A474-8017BFF36D7D}" dt="2026-07-11T17:08:33.582" v="115" actId="207"/>
          <ac:spMkLst>
            <pc:docMk/>
            <pc:sldMk cId="917964102" sldId="286"/>
            <ac:spMk id="2" creationId="{6FA184BA-BCF2-3D7B-30D0-0F3CF30C161B}"/>
          </ac:spMkLst>
        </pc:spChg>
        <pc:spChg chg="mod">
          <ac:chgData name="Miriyala Jashmitha" userId="7961277030b3d89d" providerId="LiveId" clId="{9D1669D7-9D5A-4EE1-A474-8017BFF36D7D}" dt="2026-07-11T17:08:33.582" v="115" actId="207"/>
          <ac:spMkLst>
            <pc:docMk/>
            <pc:sldMk cId="917964102" sldId="286"/>
            <ac:spMk id="3" creationId="{ED65F54F-855A-0DB6-09A6-3212C5F7405B}"/>
          </ac:spMkLst>
        </pc:spChg>
      </pc:sldChg>
      <pc:sldChg chg="delSp modSp mod">
        <pc:chgData name="Miriyala Jashmitha" userId="7961277030b3d89d" providerId="LiveId" clId="{9D1669D7-9D5A-4EE1-A474-8017BFF36D7D}" dt="2026-07-11T17:08:42.973" v="117" actId="207"/>
        <pc:sldMkLst>
          <pc:docMk/>
          <pc:sldMk cId="2605851928" sldId="287"/>
        </pc:sldMkLst>
        <pc:spChg chg="mod">
          <ac:chgData name="Miriyala Jashmitha" userId="7961277030b3d89d" providerId="LiveId" clId="{9D1669D7-9D5A-4EE1-A474-8017BFF36D7D}" dt="2026-07-11T17:08:38.302" v="116" actId="207"/>
          <ac:spMkLst>
            <pc:docMk/>
            <pc:sldMk cId="2605851928" sldId="287"/>
            <ac:spMk id="278" creationId="{187EEB9C-2E84-113A-3CE6-1507BF5B039F}"/>
          </ac:spMkLst>
        </pc:spChg>
        <pc:spChg chg="mod">
          <ac:chgData name="Miriyala Jashmitha" userId="7961277030b3d89d" providerId="LiveId" clId="{9D1669D7-9D5A-4EE1-A474-8017BFF36D7D}" dt="2026-07-11T17:08:42.973" v="117" actId="207"/>
          <ac:spMkLst>
            <pc:docMk/>
            <pc:sldMk cId="2605851928" sldId="287"/>
            <ac:spMk id="279" creationId="{3711AF54-94A6-B837-31EF-9A8C4ECB9AF6}"/>
          </ac:spMkLst>
        </pc:spChg>
        <pc:spChg chg="del">
          <ac:chgData name="Miriyala Jashmitha" userId="7961277030b3d89d" providerId="LiveId" clId="{9D1669D7-9D5A-4EE1-A474-8017BFF36D7D}" dt="2026-07-11T08:05:50.751" v="30" actId="478"/>
          <ac:spMkLst>
            <pc:docMk/>
            <pc:sldMk cId="2605851928" sldId="287"/>
            <ac:spMk id="280" creationId="{E228982D-BF81-530A-CBA1-E897A3CA8EF7}"/>
          </ac:spMkLst>
        </pc:spChg>
        <pc:spChg chg="del">
          <ac:chgData name="Miriyala Jashmitha" userId="7961277030b3d89d" providerId="LiveId" clId="{9D1669D7-9D5A-4EE1-A474-8017BFF36D7D}" dt="2026-07-11T08:05:52.587" v="31" actId="478"/>
          <ac:spMkLst>
            <pc:docMk/>
            <pc:sldMk cId="2605851928" sldId="287"/>
            <ac:spMk id="281" creationId="{7BC356B8-92F8-3187-D065-667AACF68E72}"/>
          </ac:spMkLst>
        </pc:spChg>
        <pc:spChg chg="del">
          <ac:chgData name="Miriyala Jashmitha" userId="7961277030b3d89d" providerId="LiveId" clId="{9D1669D7-9D5A-4EE1-A474-8017BFF36D7D}" dt="2026-07-11T08:05:53.910" v="32" actId="478"/>
          <ac:spMkLst>
            <pc:docMk/>
            <pc:sldMk cId="2605851928" sldId="287"/>
            <ac:spMk id="282" creationId="{1558A011-60D6-B010-6117-1B9F7C786B2B}"/>
          </ac:spMkLst>
        </pc:spChg>
      </pc:sldChg>
      <pc:sldChg chg="addSp delSp modSp mod">
        <pc:chgData name="Miriyala Jashmitha" userId="7961277030b3d89d" providerId="LiveId" clId="{9D1669D7-9D5A-4EE1-A474-8017BFF36D7D}" dt="2026-07-11T17:08:52.520" v="119" actId="207"/>
        <pc:sldMkLst>
          <pc:docMk/>
          <pc:sldMk cId="1229047658" sldId="288"/>
        </pc:sldMkLst>
        <pc:spChg chg="del">
          <ac:chgData name="Miriyala Jashmitha" userId="7961277030b3d89d" providerId="LiveId" clId="{9D1669D7-9D5A-4EE1-A474-8017BFF36D7D}" dt="2026-07-11T08:00:14.336" v="21" actId="478"/>
          <ac:spMkLst>
            <pc:docMk/>
            <pc:sldMk cId="1229047658" sldId="288"/>
            <ac:spMk id="3" creationId="{4837D5EE-379B-FDC5-0854-8AC81D31FADF}"/>
          </ac:spMkLst>
        </pc:spChg>
        <pc:spChg chg="mod">
          <ac:chgData name="Miriyala Jashmitha" userId="7961277030b3d89d" providerId="LiveId" clId="{9D1669D7-9D5A-4EE1-A474-8017BFF36D7D}" dt="2026-07-11T17:08:52.520" v="119" actId="207"/>
          <ac:spMkLst>
            <pc:docMk/>
            <pc:sldMk cId="1229047658" sldId="288"/>
            <ac:spMk id="6" creationId="{3F1C7BCA-5DD7-F4D3-A937-D1C56976DA01}"/>
          </ac:spMkLst>
        </pc:spChg>
        <pc:picChg chg="del">
          <ac:chgData name="Miriyala Jashmitha" userId="7961277030b3d89d" providerId="LiveId" clId="{9D1669D7-9D5A-4EE1-A474-8017BFF36D7D}" dt="2026-07-11T08:00:11.714" v="20" actId="478"/>
          <ac:picMkLst>
            <pc:docMk/>
            <pc:sldMk cId="1229047658" sldId="288"/>
            <ac:picMk id="4" creationId="{A037CFD0-B7FF-D9BE-3433-88E5844EF332}"/>
          </ac:picMkLst>
        </pc:picChg>
        <pc:picChg chg="add mod">
          <ac:chgData name="Miriyala Jashmitha" userId="7961277030b3d89d" providerId="LiveId" clId="{9D1669D7-9D5A-4EE1-A474-8017BFF36D7D}" dt="2026-07-11T08:00:17.894" v="22" actId="1076"/>
          <ac:picMkLst>
            <pc:docMk/>
            <pc:sldMk cId="1229047658" sldId="288"/>
            <ac:picMk id="8" creationId="{98B7D4EA-776B-236A-B369-9337595B3601}"/>
          </ac:picMkLst>
        </pc:picChg>
      </pc:sldChg>
      <pc:sldChg chg="addSp delSp modSp mod">
        <pc:chgData name="Miriyala Jashmitha" userId="7961277030b3d89d" providerId="LiveId" clId="{9D1669D7-9D5A-4EE1-A474-8017BFF36D7D}" dt="2026-07-11T17:08:56.455" v="120" actId="207"/>
        <pc:sldMkLst>
          <pc:docMk/>
          <pc:sldMk cId="2506610743" sldId="289"/>
        </pc:sldMkLst>
        <pc:spChg chg="mod">
          <ac:chgData name="Miriyala Jashmitha" userId="7961277030b3d89d" providerId="LiveId" clId="{9D1669D7-9D5A-4EE1-A474-8017BFF36D7D}" dt="2026-07-11T17:08:56.455" v="120" actId="207"/>
          <ac:spMkLst>
            <pc:docMk/>
            <pc:sldMk cId="2506610743" sldId="289"/>
            <ac:spMk id="5" creationId="{CA8544A9-CF92-3FAF-D3EE-31DF90F7A64D}"/>
          </ac:spMkLst>
        </pc:spChg>
        <pc:spChg chg="del">
          <ac:chgData name="Miriyala Jashmitha" userId="7961277030b3d89d" providerId="LiveId" clId="{9D1669D7-9D5A-4EE1-A474-8017BFF36D7D}" dt="2026-07-11T08:00:29.156" v="24" actId="478"/>
          <ac:spMkLst>
            <pc:docMk/>
            <pc:sldMk cId="2506610743" sldId="289"/>
            <ac:spMk id="6" creationId="{C0D36B1A-26C2-CD55-1032-4CB5E4EDF305}"/>
          </ac:spMkLst>
        </pc:spChg>
        <pc:picChg chg="add mod">
          <ac:chgData name="Miriyala Jashmitha" userId="7961277030b3d89d" providerId="LiveId" clId="{9D1669D7-9D5A-4EE1-A474-8017BFF36D7D}" dt="2026-07-11T08:00:33.661" v="26" actId="1076"/>
          <ac:picMkLst>
            <pc:docMk/>
            <pc:sldMk cId="2506610743" sldId="289"/>
            <ac:picMk id="3" creationId="{EFD561C9-9A10-0CBC-DD45-F6895F3DCE5D}"/>
          </ac:picMkLst>
        </pc:picChg>
        <pc:picChg chg="del">
          <ac:chgData name="Miriyala Jashmitha" userId="7961277030b3d89d" providerId="LiveId" clId="{9D1669D7-9D5A-4EE1-A474-8017BFF36D7D}" dt="2026-07-11T08:00:25.997" v="23" actId="478"/>
          <ac:picMkLst>
            <pc:docMk/>
            <pc:sldMk cId="2506610743" sldId="289"/>
            <ac:picMk id="4" creationId="{099C3698-991D-7A38-C456-893C84C23FC9}"/>
          </ac:picMkLst>
        </pc:picChg>
      </pc:sldChg>
      <pc:sldChg chg="modSp mod">
        <pc:chgData name="Miriyala Jashmitha" userId="7961277030b3d89d" providerId="LiveId" clId="{9D1669D7-9D5A-4EE1-A474-8017BFF36D7D}" dt="2026-07-11T17:08:23.092" v="113" actId="207"/>
        <pc:sldMkLst>
          <pc:docMk/>
          <pc:sldMk cId="3866656692" sldId="290"/>
        </pc:sldMkLst>
        <pc:spChg chg="mod">
          <ac:chgData name="Miriyala Jashmitha" userId="7961277030b3d89d" providerId="LiveId" clId="{9D1669D7-9D5A-4EE1-A474-8017BFF36D7D}" dt="2026-07-11T17:08:23.092" v="113" actId="207"/>
          <ac:spMkLst>
            <pc:docMk/>
            <pc:sldMk cId="3866656692" sldId="290"/>
            <ac:spMk id="2" creationId="{56959763-B5B5-22E5-733E-B3F05D391F6B}"/>
          </ac:spMkLst>
        </pc:spChg>
        <pc:spChg chg="mod">
          <ac:chgData name="Miriyala Jashmitha" userId="7961277030b3d89d" providerId="LiveId" clId="{9D1669D7-9D5A-4EE1-A474-8017BFF36D7D}" dt="2026-07-11T17:08:23.092" v="113" actId="207"/>
          <ac:spMkLst>
            <pc:docMk/>
            <pc:sldMk cId="3866656692" sldId="290"/>
            <ac:spMk id="6" creationId="{FD190E72-F680-EE73-7E6B-0C577577B902}"/>
          </ac:spMkLst>
        </pc:spChg>
      </pc:sldChg>
      <pc:sldChg chg="modSp mod">
        <pc:chgData name="Miriyala Jashmitha" userId="7961277030b3d89d" providerId="LiveId" clId="{9D1669D7-9D5A-4EE1-A474-8017BFF36D7D}" dt="2026-07-11T17:08:28.279" v="114" actId="207"/>
        <pc:sldMkLst>
          <pc:docMk/>
          <pc:sldMk cId="3021295847" sldId="291"/>
        </pc:sldMkLst>
        <pc:spChg chg="mod">
          <ac:chgData name="Miriyala Jashmitha" userId="7961277030b3d89d" providerId="LiveId" clId="{9D1669D7-9D5A-4EE1-A474-8017BFF36D7D}" dt="2026-07-11T17:08:28.279" v="114" actId="207"/>
          <ac:spMkLst>
            <pc:docMk/>
            <pc:sldMk cId="3021295847" sldId="291"/>
            <ac:spMk id="5" creationId="{C2DC2F13-C09F-1D50-6289-15F22A1D77FA}"/>
          </ac:spMkLst>
        </pc:spChg>
        <pc:spChg chg="mod">
          <ac:chgData name="Miriyala Jashmitha" userId="7961277030b3d89d" providerId="LiveId" clId="{9D1669D7-9D5A-4EE1-A474-8017BFF36D7D}" dt="2026-07-11T17:08:28.279" v="114" actId="207"/>
          <ac:spMkLst>
            <pc:docMk/>
            <pc:sldMk cId="3021295847" sldId="291"/>
            <ac:spMk id="6" creationId="{AAD7DFAF-625E-F901-EAEA-2265D9FFE8C9}"/>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19T08:10:36.310"/>
    </inkml:context>
    <inkml:brush xml:id="br0">
      <inkml:brushProperty name="width" value="0.1" units="cm"/>
      <inkml:brushProperty name="height" value="0.1" units="cm"/>
      <inkml:brushProperty name="color" value="#E71224"/>
    </inkml:brush>
  </inkml:definitions>
  <inkml:trace contextRef="#ctx0" brushRef="#br0">8444 7648 16383 0 0,'10'0'0'0'0,"19"0"0"0"0,19 0 0 0 0,17 0 0 0 0,13 0 0 0 0,8 0 0 0 0,9 0 0 0 0,0 0 0 0 0,-7 0 0 0 0,-9 0 0 0 0,-6 0 0 0 0,-7 0 0 0 0,-3 0 0 0 0,-9 0 0 0 0,-7 0 0 0 0,-2 0 0 0 0,-4 0 0 0 0,-3 0 0 0 0,-3 0 0 0 0,-3 0 0 0 0,-2 0 0 0 0,0 0 0 0 0,-1 0 0 0 0,0 0 0 0 0,0 0 0 0 0,1 0 0 0 0,4 0 0 0 0,8 0 0 0 0,11 0 0 0 0,7 0 0 0 0,8 0 0 0 0,13 0 0 0 0,8 0 0 0 0,10 0 0 0 0,17 0 0 0 0,10 0 0 0 0,-1 0 0 0 0,-2 0 0 0 0,-7 0 0 0 0,-2 0 0 0 0,-6 0 0 0 0,-6 0 0 0 0,-5 0 0 0 0,-14 0 0 0 0,-6 0 0 0 0,-5 0 0 0 0,-1 0 0 0 0,3 0 0 0 0,5 0 0 0 0,9 0 0 0 0,9 0 0 0 0,9 0 0 0 0,22 0 0 0 0,14 0 0 0 0,9 0 0 0 0,-1 0 0 0 0,-2 0 0 0 0,-4 0 0 0 0,-7 0 0 0 0,-7 0 0 0 0,-5 0 0 0 0,-3 0 0 0 0,-3 0 0 0 0,-5 0 0 0 0,-8 0 0 0 0,-6 0 0 0 0,-6 0 0 0 0,3 0 0 0 0,-1 0 0 0 0,-1 0 0 0 0,-2 0 0 0 0,-1 0 0 0 0,-7 0 0 0 0,4 0 0 0 0,0 0 0 0 0,2 0 0 0 0,-1 0 0 0 0,1 0 0 0 0,-6 0 0 0 0,-7 0 0 0 0,4 0 0 0 0,-7 0 0 0 0,-12 0 0 0 0,-11 0 0 0 0,-9 0 0 0 0,-7 0 0 0 0,-5 0 0 0 0,-2 0 0 0 0,-1 0 0 0 0,-1 0 0 0 0,1 0 0 0 0,0 0 0 0 0,1 0 0 0 0,11 0 0 0 0,3 0 0 0 0,4 0 0 0 0,10 0 0 0 0,11 0 0 0 0,8 0 0 0 0,7 0 0 0 0,14 0 0 0 0,7 0 0 0 0,0 0 0 0 0,-3 0 0 0 0,-12 0 0 0 0,-12 0 0 0 0,-9 0 0 0 0,-6 0 0 0 0,-8 0 0 0 0,-3 0 0 0 0,-6 0 0 0 0,-4 0 0 0 0,-5 0 0 0 0,-4 0 0 0 0,-1 0 0 0 0,-2 0 0 0 0,0 0 0 0 0,0 0 0 0 0,0 0 0 0 0,0 0 0 0 0,5 0 0 0 0,12 0 0 0 0,4 0 0 0 0,-2 0 0 0 0,-4 0 0 0 0,-5 0 0 0 0,-3 0 0 0 0,-3 0 0 0 0,-2 0 0 0 0,-2 0 0 0 0,0 0 0 0 0,0 0 0 0 0,0 0 0 0 0,0 0 0 0 0,1 0 0 0 0,4 0 0 0 0,3 0 0 0 0,-6 0 0 0 0,-3 0 0 0 0,-1 0 0 0 0,-5 0 0 0 0,-1 0 0 0 0,1 0 0 0 0,1 0 0 0 0,2 0 0 0 0,3 0 0 0 0,-10 0 0 0 0,-12 0 0 0 0,-13 0 0 0 0,-9 0 0 0 0,-8 0 0 0 0,-5 0 0 0 0,-2 0 0 0 0,-6 0 0 0 0,-3 0 0 0 0,2 0 0 0 0,2 0 0 0 0,1 0 0 0 0,2 0 0 0 0,-3 0 0 0 0,-6 0 0 0 0,-11 0 0 0 0,-7 0 0 0 0,-18 0 0 0 0,-16 0 0 0 0,-13 0 0 0 0,-8 0 0 0 0,-10 0 0 0 0,-24 0 0 0 0,-18 0 0 0 0,-5 0 0 0 0,-14 0 0 0 0,-1 0 0 0 0,1 0 0 0 0,12 0 0 0 0,0 0 0 0 0,-1 0 0 0 0,-1 0 0 0 0,-1 0 0 0 0,-6 0 0 0 0,3 0 0 0 0,-8 0 0 0 0,-4 0 0 0 0,-3 0 0 0 0,0 0 0 0 0,3 0 0 0 0,14 0 0 0 0,2 0 0 0 0,11 0 0 0 0,2 0 0 0 0,19 0 0 0 0,4 0 0 0 0,0 0 0 0 0,14 0 0 0 0,13 0 0 0 0,6 0 0 0 0,5 0 0 0 0,-5 0 0 0 0,-4 0 0 0 0,-5 0 0 0 0,4 0 0 0 0,-1 0 0 0 0,0 0 0 0 0,-2 0 0 0 0,3 0 0 0 0,6 0 0 0 0,6 0 0 0 0,4 0 0 0 0,-1 0 0 0 0,0 0 0 0 0,2 0 0 0 0,1 0 0 0 0,2 0 0 0 0,1 0 0 0 0,-4 0 0 0 0,-1 0 0 0 0,11 0 0 0 0,9 0 0 0 0,8 0 0 0 0,5 0 0 0 0,3 0 0 0 0,2 0 0 0 0,6 0 0 0 0,11 0 0 0 0,3 0 0 0 0,3 0 0 0 0,1 0 0 0 0,3 0 0 0 0,6 0 0 0 0,2 0 0 0 0,0 0 0 0 0,4 0 0 0 0,0 0 0 0 0,-1 0 0 0 0,-4 0 0 0 0,-1 0 0 0 0,-3 0 0 0 0,0 0 0 0 0,-2 0 0 0 0,-5 0 0 0 0,-7 0 0 0 0,3 0 0 0 0,4 0 0 0 0,3 0 0 0 0,1 0 0 0 0,6 0 0 0 0,3 0 0 0 0,-1 0 0 0 0,-1 0 0 0 0,-1 0 0 0 0,2 0 0 0 0,2 0 0 0 0,-2 0 0 0 0,4 0 0 0 0,-1 0 0 0 0,4 0 0 0 0,-1 0 0 0 0,-3 0 0 0 0,3 0 0 0 0,-2 0 0 0 0,-7 0 0 0 0,1 0 0 0 0,-1 0 0 0 0,-1 0 0 0 0,0 0 0 0 0,-2 0 0 0 0,0 0 0 0 0,-1 0 0 0 0,1 0 0 0 0,-1 0 0 0 0,0 0 0 0 0,0 0 0 0 0,0 0 0 0 0,5 0 0 0 0,7 0 0 0 0,1 0 0 0 0,-1 0 0 0 0,-3 0 0 0 0,-8 0 0 0 0,6 0 0 0 0,12 0 0 0 0,13 0 0 0 0,11 0 0 0 0,9 0 0 0 0,5 0 0 0 0,4 0 0 0 0,1 0 0 0 0,0 0 0 0 0,0 0 0 0 0,-11 0 0 0 0,-13 0 0 0 0,-14 0 0 0 0,-11 0 0 0 0,-7 0 0 0 0,-5 0 0 0 0,3 0 0 0 0,10 0 0 0 0,14 0 0 0 0,11 0 0 0 0,10 0 0 0 0,7 0 0 0 0,3 0 0 0 0,8 0 0 0 0,7 0 0 0 0,2 0 0 0 0,17 0 0 0 0,10 0 0 0 0,6 0 0 0 0,11 0 0 0 0,9 0 0 0 0,10 0 0 0 0,5 0 0 0 0,4 0 0 0 0,-2 0 0 0 0,-7 0 0 0 0,-6 0 0 0 0,0 0 0 0 0,-8 0 0 0 0,-5 0 0 0 0,-7 0 0 0 0,-13 0 0 0 0,-13 0 0 0 0,-7 0 0 0 0,-6 0 0 0 0,0 0 0 0 0,12 0 0 0 0,12 0 0 0 0,9 0 0 0 0,8 0 0 0 0,8 0 0 0 0,5 0 0 0 0,16 0 0 0 0,8 0 0 0 0,-1 0 0 0 0,-6 0 0 0 0,-2 0 0 0 0,0 0 0 0 0,-4 0 0 0 0,-6 0 0 0 0,1 0 0 0 0,-3 0 0 0 0,-8 0 0 0 0,5 0 0 0 0,7 0 0 0 0,0 0 0 0 0,-7 0 0 0 0,-1 0 0 0 0,-1 0 0 0 0,4 0 0 0 0,9 0 0 0 0,2 0 0 0 0,-7 0 0 0 0,-8 0 0 0 0,-3 0 0 0 0,2 0 0 0 0,0 0 0 0 0,-1 0 0 0 0,-6 0 0 0 0,-3 0 0 0 0,-6 0 0 0 0,-6 0 0 0 0,0 0 0 0 0,-8 0 0 0 0,1 0 0 0 0,-1 0 0 0 0,-2 0 0 0 0,4 0 0 0 0,6 0 0 0 0,-4 0 0 0 0,16 0 0 0 0,4 0 0 0 0,2 0 0 0 0,0 0 0 0 0,1 0 0 0 0,-1 0 0 0 0,10 0 0 0 0,8 0 0 0 0,6 0 0 0 0,-2 0 0 0 0,-5 0 0 0 0,-5 0 0 0 0,-5 0 0 0 0,-4 0 0 0 0,-13 0 0 0 0,-15 0 0 0 0,-9 0 0 0 0,-9 0 0 0 0,-7 0 0 0 0,-6 0 0 0 0,-4 0 0 0 0,3 0 0 0 0,1 0 0 0 0,5 0 0 0 0,10 0 0 0 0,7 0 0 0 0,4 0 0 0 0,-3 0 0 0 0,4 0 0 0 0,1 0 0 0 0,0 0 0 0 0,-6 0 0 0 0,4 0 0 0 0,-5 0 0 0 0,-6 0 0 0 0,-7 0 0 0 0,-5 0 0 0 0,-5 0 0 0 0,-2 0 0 0 0,-1 0 0 0 0,-2 0 0 0 0,-4 0 0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19T08:10:36.311"/>
    </inkml:context>
    <inkml:brush xml:id="br0">
      <inkml:brushProperty name="width" value="0.1" units="cm"/>
      <inkml:brushProperty name="height" value="0.1" units="cm"/>
      <inkml:brushProperty name="color" value="#E71224"/>
    </inkml:brush>
  </inkml:definitions>
  <inkml:trace contextRef="#ctx0" brushRef="#br0">12735 6943 16383 0 0,'91'0'0'0'0,"137"0"0"0"0,85 0 0 0 0,45 0 0 0 0,-7 0 0 0 0,-44 0 0 0 0,-64 0 0 0 0,-62 0 0 0 0,-53 0 0 0 0,-43 0 0 0 0,-25 0 0 0 0,-23 0 0 0 0,-3 0 0 0 0,8 0 0 0 0,12 0 0 0 0,13 0 0 0 0,19 0 0 0 0,16 0 0 0 0,6 0 0 0 0,4 0 0 0 0,-1 0 0 0 0,-4 0 0 0 0,10 0 0 0 0,0 0 0 0 0,0 0 0 0 0,-4 0 0 0 0,-6 0 0 0 0,-1 0 0 0 0,-14 0 0 0 0,-11 0 0 0 0,-6 0 0 0 0,-9 0 0 0 0,-7 0 0 0 0,-8 0 0 0 0,-2 0 0 0 0,-5 0 0 0 0,-4 0 0 0 0,-5 0 0 0 0,3 0 0 0 0,-1 0 0 0 0,-21 0 0 0 0,-34 0 0 0 0,-50 0 0 0 0,-73 0 0 0 0,-59 0 0 0 0,-51 0 0 0 0,-39 0 0 0 0,-35 0 0 0 0,-29 0 0 0 0,-15 0 0 0 0,-1 0 0 0 0,18 0 0 0 0,27 0 0 0 0,34 0 0 0 0,26 0 0 0 0,38 0 0 0 0,41 0 0 0 0,33 0 0 0 0,28 0 0 0 0,13 0 0 0 0,22 0 0 0 0,11 0 0 0 0,13 0 0 0 0,13 0 0 0 0,11 0 0 0 0,7 0 0 0 0,5 0 0 0 0,2 0 0 0 0,1 0 0 0 0,-1 0 0 0 0,1 0 0 0 0,-2 0 0 0 0,1 0 0 0 0,-2 0 0 0 0,11 0 0 0 0,13 0 0 0 0,33 0 0 0 0,37 0 0 0 0,38 0 0 0 0,53 0 0 0 0,35 0 0 0 0,26 0 0 0 0,22 0 0 0 0,10 0 0 0 0,0 0 0 0 0,-13 0 0 0 0,-15 0 0 0 0,-26 0 0 0 0,-24 0 0 0 0,-32 0 0 0 0,-29 0 0 0 0,-28 0 0 0 0,-23 0 0 0 0,-10 0 0 0 0,-10 0 0 0 0,-20 0 0 0 0,-24 0 0 0 0,-31 0 0 0 0,-45 0 0 0 0,-43 0 0 0 0,-62 0 0 0 0,-50 0 0 0 0,-40 0 0 0 0,-29 0 0 0 0,-8 0 0 0 0,-6 0 0 0 0,5 0 0 0 0,16 0 0 0 0,24 0 0 0 0,27 0 0 0 0,36 0 0 0 0,24 0 0 0 0,39 0 0 0 0,34 0 0 0 0,27 0 0 0 0,23 0 0 0 0,17 0 0 0 0,23 0 0 0 0,25 0 0 0 0,33 0 0 0 0,56 0 0 0 0,49 0 0 0 0,27 0 0 0 0,24 0 0 0 0,17 0 0 0 0,4 0 0 0 0,1 0 0 0 0,-5 0 0 0 0,-17 0 0 0 0,-15 0 0 0 0,-7 0 0 0 0,-12 0 0 0 0,-16 0 0 0 0,-18 0 0 0 0,-13 0 0 0 0,-15 0 0 0 0,-19 0 0 0 0,-16 0 0 0 0,-4 0 0 0 0,-4 0 0 0 0,-18 0 0 0 0,-28 0 0 0 0,-35 0 0 0 0,-34 0 0 0 0,-34 0 0 0 0,-48 0 0 0 0,-33 0 0 0 0,-43 0 0 0 0,-58 0 0 0 0,-43 0 0 0 0,-32 0 0 0 0,-12 0 0 0 0,2 0 0 0 0,22 0 0 0 0,44 0 0 0 0,53 0 0 0 0,38 0 0 0 0,45 0 0 0 0,44 0 0 0 0,33 0 0 0 0,27 0 0 0 0,17 0 0 0 0,12 0 0 0 0,6 0 0 0 0,2 0 0 0 0,-1 0 0 0 0,0 0 0 0 0,-7 0 0 0 0,-3 0 0 0 0,-6 0 0 0 0,-6 0 0 0 0,-6 0 0 0 0,7 0 0 0 0,0 0 0 0 0,-2 0 0 0 0,2 0 0 0 0,3 0 0 0 0,4 0 0 0 0,3 0 0 0 0,8 0 0 0 0,3 0 0 0 0,-4 0 0 0 0,-8 0 0 0 0,-2 0 0 0 0,-1 0 0 0 0,-3 0 0 0 0,1 0 0 0 0,6 0 0 0 0,5 0 0 0 0,2 0 0 0 0,1 0 0 0 0,0 0 0 0 0,5 0 0 0 0,0 0 0 0 0,0 0 0 0 0,3 0 0 0 0,10 0 0 0 0,21 0 0 0 0,25 0 0 0 0,31 0 0 0 0,49 0 0 0 0,46 0 0 0 0,40 0 0 0 0,32 0 0 0 0,21 0 0 0 0,3 0 0 0 0,3 0 0 0 0,-3 0 0 0 0,-20 0 0 0 0,-20 0 0 0 0,-17 0 0 0 0,-22 0 0 0 0,-22 0 0 0 0,-18 0 0 0 0,-16 0 0 0 0,-21 0 0 0 0,-11 0 0 0 0,-12 0 0 0 0,-9 0 0 0 0,-12 0 0 0 0,-11 0 0 0 0,-8 0 0 0 0,-6 0 0 0 0,-4 0 0 0 0,9 0 0 0 0,7 0 0 0 0,6 0 0 0 0,10 0 0 0 0,14 0 0 0 0,10 0 0 0 0,20 0 0 0 0,3 0 0 0 0,7 0 0 0 0,5 0 0 0 0,-8 0 0 0 0,-3 0 0 0 0,5 0 0 0 0,-7 0 0 0 0,-11 0 0 0 0,-13 0 0 0 0,-10 0 0 0 0,-12 0 0 0 0,-12 0 0 0 0,-5 0 0 0 0,-4 0 0 0 0,1 0 0 0 0,3 0 0 0 0,4 0 0 0 0,-1 0 0 0 0,2 0 0 0 0,-4 0 0 0 0,-3 0 0 0 0,-5 0 0 0 0,2 0 0 0 0,4 0 0 0 0,-1 0 0 0 0,4 0 0 0 0,2 0 0 0 0,4 0 0 0 0,-2 0 0 0 0,1 0 0 0 0,1 0 0 0 0,-4 0 0 0 0,1 0 0 0 0,-3 0 0 0 0,-5 0 0 0 0,0 0 0 0 0,-1 0 0 0 0,-3 0 0 0 0,-2 0 0 0 0,-3 0 0 0 0,-2 0 0 0 0,-1 0 0 0 0,-5 0 0 0 0,-8 0 0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4349666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9D317CDF-7DC0-CA5A-918A-D2622AB8A47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C9616B3B-ECE6-F081-F102-9239F316A63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21B32430-2A94-BD8A-6648-48A98697D96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8540600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0575871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0520786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6221693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12793172"/>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65770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5158000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630089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6349464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8974738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0688111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502612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53351434"/>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5185012"/>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72284285"/>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592456967"/>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883671969"/>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54908428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19607861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1729925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1624258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endParaRPr lang="en-IN"/>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IN"/>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59664768"/>
      </p:ext>
    </p:extLst>
  </p:cSld>
  <p:clrMap bg1="dk1" tx1="lt1" bg2="dk2" tx2="lt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 id="2147483709" r:id="rId13"/>
    <p:sldLayoutId id="2147483710" r:id="rId14"/>
    <p:sldLayoutId id="2147483711" r:id="rId15"/>
    <p:sldLayoutId id="2147483712" r:id="rId16"/>
    <p:sldLayoutId id="2147483713" r:id="rId17"/>
  </p:sldLayoutIdLst>
  <p:hf sldNum="0" hdr="0" ftr="0" dt="0"/>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kaggle.com/datasets/shivamb/machine-predictive-maintenance-classification"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7" Type="http://schemas.openxmlformats.org/officeDocument/2006/relationships/image" Target="../media/image11.png"/><Relationship Id="rId2" Type="http://schemas.openxmlformats.org/officeDocument/2006/relationships/customXml" Target="../ink/ink1.xml"/><Relationship Id="rId1" Type="http://schemas.openxmlformats.org/officeDocument/2006/relationships/slideLayout" Target="../slideLayouts/slideLayout3.xml"/><Relationship Id="rId6" Type="http://schemas.openxmlformats.org/officeDocument/2006/relationships/image" Target="../media/image80.png"/><Relationship Id="rId5" Type="http://schemas.openxmlformats.org/officeDocument/2006/relationships/customXml" Target="../ink/ink2.xml"/><Relationship Id="rId4" Type="http://schemas.openxmlformats.org/officeDocument/2006/relationships/image" Target="../media/image70.png"/></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fontScale="90000"/>
          </a:bodyPr>
          <a:lstStyle/>
          <a:p>
            <a:pPr algn="ctr"/>
            <a:r>
              <a:rPr lang="en-US" sz="6600" b="1" dirty="0">
                <a:latin typeface="Calibri" panose="020F0502020204030204" pitchFamily="34" charset="0"/>
                <a:ea typeface="Calibri" panose="020F0502020204030204" pitchFamily="34" charset="0"/>
                <a:cs typeface="Calibri" panose="020F0502020204030204" pitchFamily="34" charset="0"/>
              </a:rPr>
              <a:t>IBM University Engagement Project Submission</a:t>
            </a:r>
            <a:br>
              <a:rPr lang="en-US" b="1" dirty="0">
                <a:latin typeface="Calibri" panose="020F0502020204030204" pitchFamily="34" charset="0"/>
                <a:ea typeface="Calibri" panose="020F0502020204030204" pitchFamily="34" charset="0"/>
                <a:cs typeface="Calibri" panose="020F0502020204030204" pitchFamily="34" charset="0"/>
              </a:rPr>
            </a:br>
            <a:endParaRPr lang="en-IN" dirty="0">
              <a:latin typeface="Calibri" panose="020F0502020204030204" pitchFamily="34" charset="0"/>
              <a:ea typeface="Calibri" panose="020F0502020204030204" pitchFamily="34" charset="0"/>
              <a:cs typeface="Calibri" panose="020F0502020204030204" pitchFamily="34" charset="0"/>
            </a:endParaRPr>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normAutofit/>
          </a:bodyPr>
          <a:lstStyle/>
          <a:p>
            <a:pPr algn="ctr"/>
            <a:r>
              <a:rPr lang="en-US" sz="2000" b="1" i="1" dirty="0">
                <a:solidFill>
                  <a:schemeClr val="tx2"/>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a:t>
            </a:r>
            <a:r>
              <a:rPr lang="en-IN" sz="2000" b="1" i="1" dirty="0">
                <a:solidFill>
                  <a:schemeClr val="tx2"/>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Predictive Maintenance of Industrial Machinery</a:t>
            </a:r>
            <a:r>
              <a:rPr lang="en-US" sz="2000" b="1" i="1" dirty="0">
                <a:solidFill>
                  <a:schemeClr val="tx2"/>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a:t>
            </a:r>
            <a:endParaRPr lang="en-IN" sz="2000" b="1" i="1" dirty="0">
              <a:solidFill>
                <a:schemeClr val="tx2"/>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tx2"/>
              </a:solidFill>
              <a:latin typeface="Calibri" panose="020F0502020204030204" pitchFamily="34" charset="0"/>
              <a:ea typeface="Calibri" panose="020F0502020204030204" pitchFamily="34" charset="0"/>
              <a:cs typeface="Calibri" panose="020F0502020204030204" pitchFamily="34" charset="0"/>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chemeClr val="tx2"/>
              </a:solidFill>
              <a:latin typeface="Calibri" panose="020F0502020204030204" pitchFamily="34" charset="0"/>
              <a:ea typeface="Calibri" panose="020F0502020204030204" pitchFamily="34" charset="0"/>
              <a:cs typeface="Calibri" panose="020F0502020204030204" pitchFamily="34" charset="0"/>
              <a:sym typeface="Times New Roman"/>
            </a:endParaRPr>
          </a:p>
        </p:txBody>
      </p:sp>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u="sng" dirty="0">
                <a:solidFill>
                  <a:schemeClr val="tx2"/>
                </a:solidFill>
                <a:latin typeface="Calibri" panose="020F0502020204030204" pitchFamily="34" charset="0"/>
                <a:ea typeface="Calibri" panose="020F0502020204030204" pitchFamily="34" charset="0"/>
                <a:cs typeface="Calibri" panose="020F0502020204030204" pitchFamily="34" charset="0"/>
              </a:rPr>
              <a:t>Domain of  Project – </a:t>
            </a:r>
            <a:r>
              <a:rPr lang="en-IN" sz="2400" dirty="0">
                <a:solidFill>
                  <a:schemeClr val="tx2"/>
                </a:solidFill>
                <a:latin typeface="Calibri" panose="020F0502020204030204" pitchFamily="34" charset="0"/>
                <a:ea typeface="Calibri" panose="020F0502020204030204" pitchFamily="34" charset="0"/>
                <a:cs typeface="Calibri" panose="020F0502020204030204" pitchFamily="34" charset="0"/>
              </a:rPr>
              <a:t>Machine Learning / Mechanical Engineering</a:t>
            </a:r>
            <a:endParaRPr lang="en-IN" sz="2400" b="1" dirty="0">
              <a:solidFill>
                <a:schemeClr val="tx2"/>
              </a:solidFill>
              <a:highlight>
                <a:srgbClr val="FFFF00"/>
              </a:highlight>
              <a:latin typeface="Calibri" panose="020F0502020204030204" pitchFamily="34" charset="0"/>
              <a:ea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u="sng" dirty="0">
                <a:solidFill>
                  <a:schemeClr val="tx2"/>
                </a:solidFill>
                <a:latin typeface="Calibri" panose="020F0502020204030204" pitchFamily="34" charset="0"/>
                <a:ea typeface="Calibri" panose="020F0502020204030204" pitchFamily="34" charset="0"/>
                <a:cs typeface="Calibri" panose="020F0502020204030204" pitchFamily="34" charset="0"/>
              </a:rPr>
              <a:t>Project Tile – </a:t>
            </a:r>
            <a:r>
              <a:rPr lang="en-IN" sz="2400" dirty="0">
                <a:solidFill>
                  <a:schemeClr val="tx2"/>
                </a:solidFill>
                <a:latin typeface="Calibri" panose="020F0502020204030204" pitchFamily="34" charset="0"/>
                <a:ea typeface="Calibri" panose="020F0502020204030204" pitchFamily="34" charset="0"/>
                <a:cs typeface="Calibri" panose="020F0502020204030204" pitchFamily="34" charset="0"/>
              </a:rPr>
              <a:t>Predictive Maintenance of Industrial Machinery</a:t>
            </a:r>
            <a:endParaRPr lang="en-IN" sz="2400" b="1" dirty="0">
              <a:solidFill>
                <a:schemeClr val="tx2"/>
              </a:solidFill>
              <a:highlight>
                <a:srgbClr val="FFFF00"/>
              </a:highlight>
              <a:latin typeface="Calibri" panose="020F0502020204030204" pitchFamily="34" charset="0"/>
              <a:ea typeface="Calibri" panose="020F0502020204030204" pitchFamily="34" charset="0"/>
              <a:cs typeface="Calibri" panose="020F0502020204030204" pitchFamily="34" charset="0"/>
            </a:endParaRPr>
          </a:p>
        </p:txBody>
      </p:sp>
      <p:graphicFrame>
        <p:nvGraphicFramePr>
          <p:cNvPr id="8" name="Google Shape;86;p2">
            <a:extLst>
              <a:ext uri="{FF2B5EF4-FFF2-40B4-BE49-F238E27FC236}">
                <a16:creationId xmlns:a16="http://schemas.microsoft.com/office/drawing/2014/main" id="{56AF0EFC-03BE-3DC8-F2EE-2039C01C8B11}"/>
              </a:ext>
            </a:extLst>
          </p:cNvPr>
          <p:cNvGraphicFramePr/>
          <p:nvPr>
            <p:extLst>
              <p:ext uri="{D42A27DB-BD31-4B8C-83A1-F6EECF244321}">
                <p14:modId xmlns:p14="http://schemas.microsoft.com/office/powerpoint/2010/main" val="928565068"/>
              </p:ext>
            </p:extLst>
          </p:nvPr>
        </p:nvGraphicFramePr>
        <p:xfrm>
          <a:off x="1206162" y="2345437"/>
          <a:ext cx="9395000" cy="2167125"/>
        </p:xfrm>
        <a:graphic>
          <a:graphicData uri="http://schemas.openxmlformats.org/drawingml/2006/table">
            <a:tbl>
              <a:tblPr>
                <a:noFill/>
              </a:tblPr>
              <a:tblGrid>
                <a:gridCol w="2064875">
                  <a:extLst>
                    <a:ext uri="{9D8B030D-6E8A-4147-A177-3AD203B41FA5}">
                      <a16:colId xmlns:a16="http://schemas.microsoft.com/office/drawing/2014/main" val="20000"/>
                    </a:ext>
                  </a:extLst>
                </a:gridCol>
                <a:gridCol w="2443375">
                  <a:extLst>
                    <a:ext uri="{9D8B030D-6E8A-4147-A177-3AD203B41FA5}">
                      <a16:colId xmlns:a16="http://schemas.microsoft.com/office/drawing/2014/main" val="20001"/>
                    </a:ext>
                  </a:extLst>
                </a:gridCol>
                <a:gridCol w="2443375">
                  <a:extLst>
                    <a:ext uri="{9D8B030D-6E8A-4147-A177-3AD203B41FA5}">
                      <a16:colId xmlns:a16="http://schemas.microsoft.com/office/drawing/2014/main" val="20002"/>
                    </a:ext>
                  </a:extLst>
                </a:gridCol>
                <a:gridCol w="2443375">
                  <a:extLst>
                    <a:ext uri="{9D8B030D-6E8A-4147-A177-3AD203B41FA5}">
                      <a16:colId xmlns:a16="http://schemas.microsoft.com/office/drawing/2014/main" val="20003"/>
                    </a:ext>
                  </a:extLst>
                </a:gridCol>
              </a:tblGrid>
              <a:tr h="973225">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dirty="0">
                          <a:solidFill>
                            <a:schemeClr val="tx2"/>
                          </a:solidFill>
                        </a:rPr>
                        <a:t>Student Name</a:t>
                      </a:r>
                      <a:endParaRPr sz="1800" u="none" strike="noStrike" cap="none" dirty="0">
                        <a:solidFill>
                          <a:schemeClr val="tx2"/>
                        </a:solidFil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dirty="0">
                          <a:solidFill>
                            <a:schemeClr val="tx2"/>
                          </a:solidFill>
                        </a:rPr>
                        <a:t>Recent Passport Photo</a:t>
                      </a:r>
                      <a:endParaRPr sz="1800" u="none" strike="noStrike" cap="none" dirty="0">
                        <a:solidFill>
                          <a:schemeClr val="tx2"/>
                        </a:solidFil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tx2"/>
                          </a:solidFill>
                          <a:latin typeface="Arial"/>
                          <a:ea typeface="Arial"/>
                          <a:cs typeface="Arial"/>
                          <a:sym typeface="Arial"/>
                        </a:rPr>
                        <a:t>Email ID </a:t>
                      </a:r>
                      <a:endParaRPr sz="1800" b="0" i="0" u="none" strike="noStrike" cap="none" dirty="0">
                        <a:solidFill>
                          <a:schemeClr val="tx2"/>
                        </a:solidFill>
                        <a:latin typeface="Arial"/>
                        <a:ea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chemeClr val="tx2"/>
                          </a:solidFill>
                          <a:latin typeface="Arial"/>
                          <a:ea typeface="Arial"/>
                          <a:cs typeface="Arial"/>
                          <a:sym typeface="Arial"/>
                        </a:rPr>
                        <a:t>Mobile number</a:t>
                      </a:r>
                      <a:endParaRPr sz="1800" b="0" i="0" u="none" strike="noStrike" cap="none" dirty="0">
                        <a:solidFill>
                          <a:schemeClr val="tx2"/>
                        </a:solidFill>
                        <a:latin typeface="Arial"/>
                        <a:ea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chemeClr val="tx2"/>
                          </a:solidFill>
                          <a:latin typeface="Arial"/>
                          <a:ea typeface="Arial"/>
                          <a:cs typeface="Arial"/>
                          <a:sym typeface="Arial"/>
                        </a:rPr>
                        <a:t>[WhatsApp] </a:t>
                      </a:r>
                      <a:endParaRPr sz="1800" b="0" i="0" u="none" strike="noStrike" cap="none" dirty="0">
                        <a:solidFill>
                          <a:schemeClr val="tx2"/>
                        </a:solidFill>
                        <a:latin typeface="Arial"/>
                        <a:ea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900">
                <a:tc>
                  <a:txBody>
                    <a:bodyPr/>
                    <a:lstStyle/>
                    <a:p>
                      <a:pPr marL="0" marR="0" lvl="0" indent="0" algn="l" rtl="0">
                        <a:lnSpc>
                          <a:spcPct val="100000"/>
                        </a:lnSpc>
                        <a:spcBef>
                          <a:spcPts val="0"/>
                        </a:spcBef>
                        <a:spcAft>
                          <a:spcPts val="0"/>
                        </a:spcAft>
                        <a:buClr>
                          <a:srgbClr val="000000"/>
                        </a:buClr>
                        <a:buSzPts val="1400"/>
                        <a:buFont typeface="Arial"/>
                        <a:buNone/>
                      </a:pPr>
                      <a:r>
                        <a:rPr lang="en-US" sz="1400" b="1" u="none" strike="noStrike" cap="none" dirty="0">
                          <a:solidFill>
                            <a:schemeClr val="bg1"/>
                          </a:solidFill>
                          <a:latin typeface="Calibri" panose="020F0502020204030204" pitchFamily="34" charset="0"/>
                          <a:ea typeface="Calibri" panose="020F0502020204030204" pitchFamily="34" charset="0"/>
                          <a:cs typeface="Calibri" panose="020F0502020204030204" pitchFamily="34" charset="0"/>
                        </a:rPr>
                        <a:t>MIRIYALA JASHMITHA</a:t>
                      </a:r>
                      <a:endParaRPr sz="1400" b="1" u="none" strike="noStrike" cap="none" dirty="0">
                        <a:solidFill>
                          <a:schemeClr val="bg1"/>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dirty="0">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dirty="0">
                          <a:solidFill>
                            <a:schemeClr val="bg1"/>
                          </a:solidFill>
                          <a:latin typeface="Calibri" panose="020F0502020204030204" pitchFamily="34" charset="0"/>
                          <a:ea typeface="Calibri" panose="020F0502020204030204" pitchFamily="34" charset="0"/>
                          <a:cs typeface="Calibri" panose="020F0502020204030204" pitchFamily="34" charset="0"/>
                        </a:rPr>
                        <a:t>jaasmithamiriyala2006@gmail.com</a:t>
                      </a:r>
                      <a:endParaRPr sz="1400" u="none" strike="noStrike" cap="none" dirty="0">
                        <a:solidFill>
                          <a:schemeClr val="bg1"/>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dirty="0">
                          <a:solidFill>
                            <a:schemeClr val="bg1"/>
                          </a:solidFill>
                          <a:latin typeface="Calibri" panose="020F0502020204030204" pitchFamily="34" charset="0"/>
                          <a:ea typeface="Calibri" panose="020F0502020204030204" pitchFamily="34" charset="0"/>
                          <a:cs typeface="Calibri" panose="020F0502020204030204" pitchFamily="34" charset="0"/>
                        </a:rPr>
                        <a:t>7674035894</a:t>
                      </a:r>
                      <a:endParaRPr sz="1400" u="none" strike="noStrike" cap="none" dirty="0">
                        <a:solidFill>
                          <a:schemeClr val="bg1"/>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pic>
        <p:nvPicPr>
          <p:cNvPr id="10" name="Picture 9">
            <a:extLst>
              <a:ext uri="{FF2B5EF4-FFF2-40B4-BE49-F238E27FC236}">
                <a16:creationId xmlns:a16="http://schemas.microsoft.com/office/drawing/2014/main" id="{8B0FAD53-2E9D-A00F-3501-A269401380C1}"/>
              </a:ext>
            </a:extLst>
          </p:cNvPr>
          <p:cNvPicPr>
            <a:picLocks noChangeAspect="1"/>
          </p:cNvPicPr>
          <p:nvPr/>
        </p:nvPicPr>
        <p:blipFill>
          <a:blip r:embed="rId3"/>
          <a:srcRect l="8032" t="11966" r="6702"/>
          <a:stretch>
            <a:fillRect/>
          </a:stretch>
        </p:blipFill>
        <p:spPr>
          <a:xfrm rot="188854">
            <a:off x="4078696" y="3428999"/>
            <a:ext cx="721360" cy="9771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482212" y="1232526"/>
            <a:ext cx="10795388" cy="4093428"/>
          </a:xfrm>
          <a:prstGeom prst="rect">
            <a:avLst/>
          </a:prstGeom>
          <a:noFill/>
        </p:spPr>
        <p:txBody>
          <a:bodyPr wrap="square" lIns="91440" tIns="45720" rIns="91440" bIns="45720" rtlCol="0" anchor="t">
            <a:spAutoFit/>
          </a:bodyPr>
          <a:lstStyle/>
          <a:p>
            <a:r>
              <a:rPr lang="en-IN" sz="2000" dirty="0">
                <a:solidFill>
                  <a:schemeClr val="tx2"/>
                </a:solidFill>
                <a:latin typeface="Calibri" panose="020F0502020204030204" pitchFamily="34" charset="0"/>
                <a:ea typeface="Calibri" panose="020F0502020204030204" pitchFamily="34" charset="0"/>
                <a:cs typeface="Calibri" panose="020F0502020204030204" pitchFamily="34" charset="0"/>
              </a:rPr>
              <a:t>Develop a predictive maintenance model for a fleet of industrial machines to anticipate failures before they occur. This project involves analyzing sensor data from machinery to identify patterns that precede a failure. The goal is to create a classification model that can predict the type of failure (e.g., tool wear, heat dissipation, power failure) based on real-time operational data. </a:t>
            </a:r>
          </a:p>
          <a:p>
            <a:r>
              <a:rPr lang="en-IN" sz="2000" dirty="0">
                <a:solidFill>
                  <a:schemeClr val="tx2"/>
                </a:solidFill>
                <a:latin typeface="Calibri" panose="020F0502020204030204" pitchFamily="34" charset="0"/>
                <a:ea typeface="Calibri" panose="020F0502020204030204" pitchFamily="34" charset="0"/>
                <a:cs typeface="Calibri" panose="020F0502020204030204" pitchFamily="34" charset="0"/>
              </a:rPr>
              <a:t>This will enable proactive maintenance, reducing downtime and operational costs.</a:t>
            </a:r>
          </a:p>
          <a:p>
            <a:endParaRPr lang="en-IN" sz="2000" dirty="0">
              <a:solidFill>
                <a:schemeClr val="tx2"/>
              </a:solidFill>
              <a:latin typeface="Calibri" panose="020F0502020204030204" pitchFamily="34" charset="0"/>
              <a:ea typeface="Calibri" panose="020F0502020204030204" pitchFamily="34" charset="0"/>
              <a:cs typeface="Calibri" panose="020F0502020204030204" pitchFamily="34" charset="0"/>
            </a:endParaRPr>
          </a:p>
          <a:p>
            <a:endParaRPr lang="en-IN" sz="2000" dirty="0">
              <a:solidFill>
                <a:schemeClr val="tx2"/>
              </a:solidFill>
              <a:latin typeface="Calibri" panose="020F0502020204030204" pitchFamily="34" charset="0"/>
              <a:ea typeface="Calibri" panose="020F0502020204030204" pitchFamily="34" charset="0"/>
              <a:cs typeface="Calibri" panose="020F0502020204030204" pitchFamily="34" charset="0"/>
            </a:endParaRPr>
          </a:p>
          <a:p>
            <a:r>
              <a:rPr lang="en-IN" sz="2000" dirty="0">
                <a:solidFill>
                  <a:schemeClr val="tx2"/>
                </a:solidFill>
                <a:latin typeface="Calibri" panose="020F0502020204030204" pitchFamily="34" charset="0"/>
                <a:ea typeface="Calibri" panose="020F0502020204030204" pitchFamily="34" charset="0"/>
                <a:cs typeface="Calibri" panose="020F0502020204030204" pitchFamily="34" charset="0"/>
              </a:rPr>
              <a:t>Dataset – </a:t>
            </a:r>
          </a:p>
          <a:p>
            <a:r>
              <a:rPr lang="en-IN" sz="2000" dirty="0">
                <a:solidFill>
                  <a:schemeClr val="tx2"/>
                </a:solidFill>
                <a:latin typeface="Calibri" panose="020F0502020204030204" pitchFamily="34" charset="0"/>
                <a:ea typeface="Calibri" panose="020F0502020204030204" pitchFamily="34" charset="0"/>
                <a:cs typeface="Calibri" panose="020F0502020204030204" pitchFamily="34" charset="0"/>
              </a:rPr>
              <a:t>Kaggle: Machine Predictive Maintenance Classification</a:t>
            </a:r>
            <a:br>
              <a:rPr lang="en-IN" sz="2000" dirty="0">
                <a:solidFill>
                  <a:schemeClr val="tx2"/>
                </a:solidFill>
                <a:latin typeface="Calibri" panose="020F0502020204030204" pitchFamily="34" charset="0"/>
                <a:ea typeface="Calibri" panose="020F0502020204030204" pitchFamily="34" charset="0"/>
                <a:cs typeface="Calibri" panose="020F0502020204030204" pitchFamily="34" charset="0"/>
              </a:rPr>
            </a:br>
            <a:r>
              <a:rPr lang="en-IN" sz="2000" dirty="0">
                <a:solidFill>
                  <a:srgbClr val="FFC000"/>
                </a:solidFill>
                <a:latin typeface="Calibri" panose="020F0502020204030204" pitchFamily="34" charset="0"/>
                <a:ea typeface="Calibri" panose="020F0502020204030204" pitchFamily="34" charset="0"/>
                <a:cs typeface="Calibri" panose="020F0502020204030204" pitchFamily="34" charset="0"/>
                <a:hlinkClick r:id="rId3">
                  <a:extLst>
                    <a:ext uri="{A12FA001-AC4F-418D-AE19-62706E023703}">
                      <ahyp:hlinkClr xmlns:ahyp="http://schemas.microsoft.com/office/drawing/2018/hyperlinkcolor" val="tx"/>
                    </a:ext>
                  </a:extLst>
                </a:hlinkClick>
              </a:rPr>
              <a:t>https://www.kaggle.com/datasets/shivamb/machine-predictive-maintenance-classification</a:t>
            </a:r>
            <a:endParaRPr lang="en-IN" sz="2000" dirty="0">
              <a:solidFill>
                <a:srgbClr val="FFC000"/>
              </a:solidFill>
              <a:latin typeface="Calibri" panose="020F0502020204030204" pitchFamily="34" charset="0"/>
              <a:ea typeface="Calibri" panose="020F0502020204030204" pitchFamily="34" charset="0"/>
              <a:cs typeface="Calibri" panose="020F0502020204030204" pitchFamily="34" charset="0"/>
            </a:endParaRPr>
          </a:p>
          <a:p>
            <a:endParaRPr lang="en-IN" sz="2000" dirty="0">
              <a:solidFill>
                <a:schemeClr val="tx2"/>
              </a:solidFill>
              <a:latin typeface="Calibri" panose="020F0502020204030204" pitchFamily="34" charset="0"/>
              <a:ea typeface="Calibri" panose="020F0502020204030204" pitchFamily="34" charset="0"/>
              <a:cs typeface="Calibri" panose="020F0502020204030204" pitchFamily="34" charset="0"/>
            </a:endParaRPr>
          </a:p>
          <a:p>
            <a:endParaRPr lang="en-IN" sz="2000" dirty="0">
              <a:solidFill>
                <a:schemeClr val="tx2"/>
              </a:solidFill>
              <a:latin typeface="Calibri" panose="020F0502020204030204" pitchFamily="34" charset="0"/>
              <a:ea typeface="Calibri" panose="020F0502020204030204" pitchFamily="34" charset="0"/>
              <a:cs typeface="Calibri" panose="020F0502020204030204" pitchFamily="34" charset="0"/>
            </a:endParaRPr>
          </a:p>
          <a:p>
            <a:r>
              <a:rPr lang="en-IN" sz="2000" dirty="0">
                <a:solidFill>
                  <a:schemeClr val="tx2"/>
                </a:solidFill>
                <a:latin typeface="Calibri" panose="020F0502020204030204" pitchFamily="34" charset="0"/>
                <a:ea typeface="Calibri" panose="020F0502020204030204" pitchFamily="34" charset="0"/>
                <a:cs typeface="Calibri" panose="020F0502020204030204" pitchFamily="34" charset="0"/>
              </a:rPr>
              <a:t>Technology – IBM Cloud Lite services (mandatory)</a:t>
            </a:r>
          </a:p>
        </p:txBody>
      </p:sp>
      <p:sp>
        <p:nvSpPr>
          <p:cNvPr id="3" name="TextBox 2">
            <a:extLst>
              <a:ext uri="{FF2B5EF4-FFF2-40B4-BE49-F238E27FC236}">
                <a16:creationId xmlns:a16="http://schemas.microsoft.com/office/drawing/2014/main" id="{3847FA31-EA47-D27A-9D69-AF50A3080AEC}"/>
              </a:ext>
            </a:extLst>
          </p:cNvPr>
          <p:cNvSpPr txBox="1"/>
          <p:nvPr/>
        </p:nvSpPr>
        <p:spPr>
          <a:xfrm>
            <a:off x="351954" y="401529"/>
            <a:ext cx="10590366" cy="830997"/>
          </a:xfrm>
          <a:prstGeom prst="rect">
            <a:avLst/>
          </a:prstGeom>
          <a:noFill/>
        </p:spPr>
        <p:txBody>
          <a:bodyPr wrap="square" rtlCol="0">
            <a:spAutoFit/>
          </a:bodyPr>
          <a:lstStyle/>
          <a:p>
            <a:r>
              <a:rPr lang="en-IN" sz="2400" b="1" u="sng" dirty="0">
                <a:solidFill>
                  <a:schemeClr val="tx2"/>
                </a:solidFill>
                <a:latin typeface="Calibri" panose="020F0502020204030204" pitchFamily="34" charset="0"/>
                <a:ea typeface="Calibri" panose="020F0502020204030204" pitchFamily="34" charset="0"/>
                <a:cs typeface="Calibri" panose="020F0502020204030204" pitchFamily="34" charset="0"/>
              </a:rPr>
              <a:t>Problem Statement No.39- </a:t>
            </a:r>
            <a:r>
              <a:rPr lang="en-IN" sz="2400" dirty="0">
                <a:solidFill>
                  <a:schemeClr val="tx2"/>
                </a:solidFill>
                <a:latin typeface="Calibri" panose="020F0502020204030204" pitchFamily="34" charset="0"/>
                <a:ea typeface="Calibri" panose="020F0502020204030204" pitchFamily="34" charset="0"/>
                <a:cs typeface="Calibri" panose="020F0502020204030204" pitchFamily="34" charset="0"/>
              </a:rPr>
              <a:t>Predictive Maintenance of Industrial Machinery</a:t>
            </a:r>
          </a:p>
          <a:p>
            <a:endParaRPr lang="en-IN" sz="2400" b="1" dirty="0">
              <a:solidFill>
                <a:schemeClr val="tx2"/>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23880" y="979534"/>
            <a:ext cx="10337160" cy="4199611"/>
          </a:xfrm>
          <a:prstGeom prst="rect">
            <a:avLst/>
          </a:prstGeom>
          <a:noFill/>
        </p:spPr>
        <p:txBody>
          <a:bodyPr wrap="square" lIns="91440" tIns="45720" rIns="91440" bIns="45720" rtlCol="0" anchor="t">
            <a:spAutoFit/>
          </a:bodyPr>
          <a:lstStyle/>
          <a:p>
            <a:pPr fontAlgn="base">
              <a:lnSpc>
                <a:spcPct val="150000"/>
              </a:lnSpc>
            </a:pPr>
            <a:r>
              <a:rPr lang="en-IN" sz="2000" dirty="0">
                <a:solidFill>
                  <a:schemeClr val="tx2"/>
                </a:solidFill>
                <a:latin typeface="Calibri" panose="020F0502020204030204" pitchFamily="34" charset="0"/>
                <a:ea typeface="Calibri" panose="020F0502020204030204" pitchFamily="34" charset="0"/>
                <a:cs typeface="Calibri" panose="020F0502020204030204" pitchFamily="34" charset="0"/>
              </a:rPr>
              <a:t>We propose an AI-powered Predictive Maintenance System using IBM watsonx.ai Studio and AutoAI. Machine sensor data (air temperature, process temperature, rotational speed, torque, tool wear) was collected and uploaded to watsonx.ai. AutoAI automatically performed data preprocessing, feature engineering, algorithm selection, and hyperparameter optimization.</a:t>
            </a:r>
          </a:p>
          <a:p>
            <a:pPr fontAlgn="base">
              <a:lnSpc>
                <a:spcPct val="150000"/>
              </a:lnSpc>
            </a:pPr>
            <a:r>
              <a:rPr lang="en-IN" sz="2000" dirty="0">
                <a:solidFill>
                  <a:schemeClr val="tx2"/>
                </a:solidFill>
                <a:latin typeface="Calibri" panose="020F0502020204030204" pitchFamily="34" charset="0"/>
                <a:ea typeface="Calibri" panose="020F0502020204030204" pitchFamily="34" charset="0"/>
                <a:cs typeface="Calibri" panose="020F0502020204030204" pitchFamily="34" charset="0"/>
              </a:rPr>
              <a:t> Multiple classification models were generated and evaluated to identify the best-performing model for failure-type prediction. The selected model classifies machine status into categories such as No Failure, Tool Wear Failure, Heat Dissipation Failure, and Power Failure. The final model was deployed as an online web service and tested using real sensor input values, returning accurate predictions with confidence scores.</a:t>
            </a:r>
            <a:endParaRPr lang="en-US" sz="2000" dirty="0">
              <a:solidFill>
                <a:schemeClr val="tx2"/>
              </a:solidFill>
              <a:latin typeface="Calibri" panose="020F0502020204030204" pitchFamily="34" charset="0"/>
              <a:ea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527F30CC-07EF-8FCC-DA00-C9212F5DAECE}"/>
              </a:ext>
            </a:extLst>
          </p:cNvPr>
          <p:cNvSpPr txBox="1"/>
          <p:nvPr/>
        </p:nvSpPr>
        <p:spPr>
          <a:xfrm>
            <a:off x="523880" y="355309"/>
            <a:ext cx="7214616" cy="461665"/>
          </a:xfrm>
          <a:prstGeom prst="rect">
            <a:avLst/>
          </a:prstGeom>
          <a:noFill/>
        </p:spPr>
        <p:txBody>
          <a:bodyPr wrap="square" rtlCol="0">
            <a:spAutoFit/>
          </a:bodyPr>
          <a:lstStyle/>
          <a:p>
            <a:r>
              <a:rPr lang="en-US" sz="2400" b="1" u="sng" dirty="0">
                <a:solidFill>
                  <a:schemeClr val="tx2"/>
                </a:solidFill>
                <a:latin typeface="Calibri" panose="020F0502020204030204" pitchFamily="34" charset="0"/>
                <a:ea typeface="Calibri" panose="020F0502020204030204" pitchFamily="34" charset="0"/>
                <a:cs typeface="Calibri" panose="020F0502020204030204" pitchFamily="34" charset="0"/>
              </a:rPr>
              <a:t>Proposed Solution -</a:t>
            </a:r>
            <a:endParaRPr lang="en-IN" sz="2400" b="1" u="sng" dirty="0">
              <a:solidFill>
                <a:schemeClr val="tx2"/>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u="sng" dirty="0">
                <a:solidFill>
                  <a:schemeClr val="tx2"/>
                </a:solidFill>
                <a:latin typeface="Calibri" panose="020F0502020204030204" pitchFamily="34" charset="0"/>
                <a:ea typeface="Calibri" panose="020F0502020204030204" pitchFamily="34" charset="0"/>
                <a:cs typeface="Calibri" panose="020F0502020204030204" pitchFamily="34" charset="0"/>
              </a:rPr>
              <a:t>Technology Used</a:t>
            </a:r>
            <a:endParaRPr lang="en-IN" sz="2400" b="1" u="sng" dirty="0">
              <a:solidFill>
                <a:schemeClr val="tx2"/>
              </a:solidFill>
              <a:latin typeface="Calibri" panose="020F0502020204030204" pitchFamily="34" charset="0"/>
              <a:ea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2585323"/>
          </a:xfrm>
          <a:prstGeom prst="rect">
            <a:avLst/>
          </a:prstGeom>
          <a:noFill/>
        </p:spPr>
        <p:txBody>
          <a:bodyPr wrap="square" lIns="91440" tIns="45720" rIns="91440" bIns="45720" rtlCol="0" anchor="t">
            <a:spAutoFit/>
          </a:bodyPr>
          <a:lstStyle/>
          <a:p>
            <a:r>
              <a:rPr lang="en-IN" sz="1800" b="1" dirty="0">
                <a:solidFill>
                  <a:schemeClr val="tx2"/>
                </a:solidFill>
                <a:latin typeface="Calibri" panose="020F0502020204030204" pitchFamily="34" charset="0"/>
                <a:ea typeface="Calibri" panose="020F0502020204030204" pitchFamily="34" charset="0"/>
                <a:cs typeface="Calibri" panose="020F0502020204030204" pitchFamily="34" charset="0"/>
              </a:rPr>
              <a:t>IBM Cloud – </a:t>
            </a:r>
            <a:r>
              <a:rPr lang="en-IN" sz="1800" dirty="0">
                <a:solidFill>
                  <a:schemeClr val="tx2"/>
                </a:solidFill>
                <a:latin typeface="Calibri" panose="020F0502020204030204" pitchFamily="34" charset="0"/>
                <a:ea typeface="Calibri" panose="020F0502020204030204" pitchFamily="34" charset="0"/>
                <a:cs typeface="Calibri" panose="020F0502020204030204" pitchFamily="34" charset="0"/>
              </a:rPr>
              <a:t>Provides the infrastructure to build, train, deploy, and scale the predictive maintenance model. IBM Cloud enables a reliable, secure, and scalable environment for deploying machine learning models.</a:t>
            </a:r>
          </a:p>
          <a:p>
            <a:endParaRPr lang="en-IN" sz="1800" dirty="0">
              <a:solidFill>
                <a:schemeClr val="tx2"/>
              </a:solidFill>
              <a:latin typeface="Calibri" panose="020F0502020204030204" pitchFamily="34" charset="0"/>
              <a:ea typeface="Calibri" panose="020F0502020204030204" pitchFamily="34" charset="0"/>
              <a:cs typeface="Calibri" panose="020F0502020204030204" pitchFamily="34" charset="0"/>
            </a:endParaRPr>
          </a:p>
          <a:p>
            <a:r>
              <a:rPr lang="en-IN" sz="1800" b="1" dirty="0">
                <a:solidFill>
                  <a:schemeClr val="tx2"/>
                </a:solidFill>
                <a:latin typeface="Calibri" panose="020F0502020204030204" pitchFamily="34" charset="0"/>
                <a:ea typeface="Calibri" panose="020F0502020204030204" pitchFamily="34" charset="0"/>
                <a:cs typeface="Calibri" panose="020F0502020204030204" pitchFamily="34" charset="0"/>
              </a:rPr>
              <a:t>ML Algorithm/Model Used: </a:t>
            </a:r>
            <a:r>
              <a:rPr lang="en-IN" sz="1800" dirty="0">
                <a:solidFill>
                  <a:schemeClr val="tx2"/>
                </a:solidFill>
                <a:latin typeface="Calibri" panose="020F0502020204030204" pitchFamily="34" charset="0"/>
                <a:ea typeface="Calibri" panose="020F0502020204030204" pitchFamily="34" charset="0"/>
                <a:cs typeface="Calibri" panose="020F0502020204030204" pitchFamily="34" charset="0"/>
              </a:rPr>
              <a:t>Batched Tree Ensemble Classifier (based on Snap Random Forest)</a:t>
            </a:r>
          </a:p>
          <a:p>
            <a:endParaRPr lang="en-IN" sz="1800" b="1" dirty="0">
              <a:solidFill>
                <a:schemeClr val="tx2"/>
              </a:solidFill>
              <a:latin typeface="Calibri" panose="020F0502020204030204" pitchFamily="34" charset="0"/>
              <a:ea typeface="Calibri" panose="020F0502020204030204" pitchFamily="34" charset="0"/>
              <a:cs typeface="Calibri" panose="020F0502020204030204" pitchFamily="34" charset="0"/>
            </a:endParaRPr>
          </a:p>
          <a:p>
            <a:r>
              <a:rPr lang="en-IN" sz="1800" b="1" dirty="0">
                <a:solidFill>
                  <a:schemeClr val="tx2"/>
                </a:solidFill>
                <a:latin typeface="Calibri" panose="020F0502020204030204" pitchFamily="34" charset="0"/>
                <a:ea typeface="Calibri" panose="020F0502020204030204" pitchFamily="34" charset="0"/>
                <a:cs typeface="Calibri" panose="020F0502020204030204" pitchFamily="34" charset="0"/>
              </a:rPr>
              <a:t>Accuracy Obtained: </a:t>
            </a:r>
            <a:r>
              <a:rPr lang="en-IN" sz="1800" dirty="0">
                <a:solidFill>
                  <a:schemeClr val="tx2"/>
                </a:solidFill>
                <a:latin typeface="Calibri" panose="020F0502020204030204" pitchFamily="34" charset="0"/>
                <a:ea typeface="Calibri" panose="020F0502020204030204" pitchFamily="34" charset="0"/>
                <a:cs typeface="Calibri" panose="020F0502020204030204" pitchFamily="34" charset="0"/>
              </a:rPr>
              <a:t>0.995 (99.5%)</a:t>
            </a:r>
          </a:p>
          <a:p>
            <a:endParaRPr lang="en-IN" sz="1800" dirty="0">
              <a:solidFill>
                <a:schemeClr val="tx2"/>
              </a:solidFill>
              <a:latin typeface="Calibri" panose="020F0502020204030204" pitchFamily="34" charset="0"/>
              <a:ea typeface="Calibri" panose="020F0502020204030204" pitchFamily="34" charset="0"/>
              <a:cs typeface="Calibri" panose="020F0502020204030204" pitchFamily="34" charset="0"/>
            </a:endParaRPr>
          </a:p>
          <a:p>
            <a:r>
              <a:rPr lang="en-IN" sz="1800" dirty="0">
                <a:solidFill>
                  <a:schemeClr val="tx2"/>
                </a:solidFill>
                <a:latin typeface="Calibri" panose="020F0502020204030204" pitchFamily="34" charset="0"/>
                <a:ea typeface="Calibri" panose="020F0502020204030204" pitchFamily="34" charset="0"/>
                <a:cs typeface="Calibri" panose="020F0502020204030204" pitchFamily="34" charset="0"/>
              </a:rPr>
              <a:t>Enhancements and Hyperparameter Tuning: HPO-1 (Hyperparameter Optimization), Feature Engineering (FE), HPO-2, Batching (BATCH)</a:t>
            </a:r>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a:buClr>
                <a:srgbClr val="051D3A"/>
              </a:buClr>
              <a:buSzPts val="3500"/>
            </a:pPr>
            <a:r>
              <a:rPr lang="en-US" sz="2400" b="1" u="sng" dirty="0">
                <a:solidFill>
                  <a:schemeClr val="tx2"/>
                </a:solidFill>
                <a:latin typeface="Calibri" panose="020F0502020204030204" pitchFamily="34" charset="0"/>
                <a:ea typeface="Calibri" panose="020F0502020204030204" pitchFamily="34" charset="0"/>
                <a:cs typeface="Calibri" panose="020F0502020204030204" pitchFamily="34" charset="0"/>
                <a:sym typeface="Times New Roman"/>
              </a:rPr>
              <a:t>Training Screenshots-</a:t>
            </a:r>
            <a:endParaRPr sz="2400" b="1" u="sng" dirty="0">
              <a:solidFill>
                <a:schemeClr val="tx2"/>
              </a:solidFill>
              <a:latin typeface="Calibri" panose="020F0502020204030204" pitchFamily="34" charset="0"/>
              <a:ea typeface="Calibri" panose="020F0502020204030204" pitchFamily="34" charset="0"/>
              <a:cs typeface="Calibri" panose="020F0502020204030204" pitchFamily="34" charset="0"/>
              <a:sym typeface="Times New Roman"/>
            </a:endParaRPr>
          </a:p>
        </p:txBody>
      </p:sp>
      <p:pic>
        <p:nvPicPr>
          <p:cNvPr id="4" name="Picture 3">
            <a:extLst>
              <a:ext uri="{FF2B5EF4-FFF2-40B4-BE49-F238E27FC236}">
                <a16:creationId xmlns:a16="http://schemas.microsoft.com/office/drawing/2014/main" id="{55040235-01F6-2A9E-6E22-5C68FCD50330}"/>
              </a:ext>
            </a:extLst>
          </p:cNvPr>
          <p:cNvPicPr>
            <a:picLocks noChangeAspect="1"/>
          </p:cNvPicPr>
          <p:nvPr/>
        </p:nvPicPr>
        <p:blipFill>
          <a:blip r:embed="rId3"/>
          <a:stretch>
            <a:fillRect/>
          </a:stretch>
        </p:blipFill>
        <p:spPr>
          <a:xfrm>
            <a:off x="1373537" y="924561"/>
            <a:ext cx="9444926" cy="4732296"/>
          </a:xfrm>
          <a:prstGeom prst="rect">
            <a:avLst/>
          </a:prstGeom>
        </p:spPr>
      </p:pic>
      <p:sp>
        <p:nvSpPr>
          <p:cNvPr id="6" name="TextBox 5">
            <a:extLst>
              <a:ext uri="{FF2B5EF4-FFF2-40B4-BE49-F238E27FC236}">
                <a16:creationId xmlns:a16="http://schemas.microsoft.com/office/drawing/2014/main" id="{9D33063B-E442-C97F-0CFB-9A45ADE02406}"/>
              </a:ext>
            </a:extLst>
          </p:cNvPr>
          <p:cNvSpPr txBox="1"/>
          <p:nvPr/>
        </p:nvSpPr>
        <p:spPr>
          <a:xfrm>
            <a:off x="1373537" y="5824642"/>
            <a:ext cx="7658703" cy="369332"/>
          </a:xfrm>
          <a:prstGeom prst="rect">
            <a:avLst/>
          </a:prstGeom>
          <a:noFill/>
        </p:spPr>
        <p:txBody>
          <a:bodyPr wrap="square">
            <a:spAutoFit/>
          </a:bodyPr>
          <a:lstStyle/>
          <a:p>
            <a:pPr>
              <a:buNone/>
            </a:pPr>
            <a:r>
              <a:rPr lang="en-IN" dirty="0">
                <a:solidFill>
                  <a:schemeClr val="tx2"/>
                </a:solidFill>
                <a:latin typeface="Calibri" panose="020F0502020204030204" pitchFamily="34" charset="0"/>
                <a:ea typeface="Calibri" panose="020F0502020204030204" pitchFamily="34" charset="0"/>
                <a:cs typeface="Calibri" panose="020F0502020204030204" pitchFamily="34" charset="0"/>
              </a:rPr>
              <a:t>Fig: AutoAI experiment showing 9 pipelines generated from the training dataset.</a:t>
            </a:r>
          </a:p>
        </p:txBody>
      </p:sp>
    </p:spTree>
    <p:extLst>
      <p:ext uri="{BB962C8B-B14F-4D97-AF65-F5344CB8AC3E}">
        <p14:creationId xmlns:p14="http://schemas.microsoft.com/office/powerpoint/2010/main" val="27725019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US" sz="2400" b="1" u="sng" dirty="0">
                <a:solidFill>
                  <a:schemeClr val="tx2"/>
                </a:solidFill>
                <a:latin typeface="Calibri" panose="020F0502020204030204" pitchFamily="34" charset="0"/>
                <a:ea typeface="Calibri" panose="020F0502020204030204" pitchFamily="34" charset="0"/>
                <a:cs typeface="Calibri" panose="020F0502020204030204" pitchFamily="34" charset="0"/>
              </a:rPr>
              <a:t>Best Model Screenshot:</a:t>
            </a:r>
          </a:p>
        </p:txBody>
      </p:sp>
      <p:pic>
        <p:nvPicPr>
          <p:cNvPr id="4" name="Picture 3">
            <a:extLst>
              <a:ext uri="{FF2B5EF4-FFF2-40B4-BE49-F238E27FC236}">
                <a16:creationId xmlns:a16="http://schemas.microsoft.com/office/drawing/2014/main" id="{CE44A18C-5D7F-0BB2-A424-2A875BB9FB4D}"/>
              </a:ext>
            </a:extLst>
          </p:cNvPr>
          <p:cNvPicPr>
            <a:picLocks noChangeAspect="1"/>
          </p:cNvPicPr>
          <p:nvPr/>
        </p:nvPicPr>
        <p:blipFill>
          <a:blip r:embed="rId3"/>
          <a:stretch>
            <a:fillRect/>
          </a:stretch>
        </p:blipFill>
        <p:spPr>
          <a:xfrm>
            <a:off x="897860" y="943758"/>
            <a:ext cx="10396279" cy="4970484"/>
          </a:xfrm>
          <a:prstGeom prst="rect">
            <a:avLst/>
          </a:prstGeom>
        </p:spPr>
      </p:pic>
      <p:sp>
        <p:nvSpPr>
          <p:cNvPr id="6" name="TextBox 5">
            <a:extLst>
              <a:ext uri="{FF2B5EF4-FFF2-40B4-BE49-F238E27FC236}">
                <a16:creationId xmlns:a16="http://schemas.microsoft.com/office/drawing/2014/main" id="{2E55E460-205B-DB3C-402B-78E3B91CE486}"/>
              </a:ext>
            </a:extLst>
          </p:cNvPr>
          <p:cNvSpPr txBox="1"/>
          <p:nvPr/>
        </p:nvSpPr>
        <p:spPr>
          <a:xfrm>
            <a:off x="897860" y="6011541"/>
            <a:ext cx="10125740" cy="646331"/>
          </a:xfrm>
          <a:prstGeom prst="rect">
            <a:avLst/>
          </a:prstGeom>
          <a:noFill/>
        </p:spPr>
        <p:txBody>
          <a:bodyPr wrap="square">
            <a:spAutoFit/>
          </a:bodyPr>
          <a:lstStyle/>
          <a:p>
            <a:r>
              <a:rPr lang="en-IN" dirty="0">
                <a:solidFill>
                  <a:schemeClr val="tx2"/>
                </a:solidFill>
                <a:latin typeface="Calibri" panose="020F0502020204030204" pitchFamily="34" charset="0"/>
                <a:ea typeface="Calibri" panose="020F0502020204030204" pitchFamily="34" charset="0"/>
                <a:cs typeface="Calibri" panose="020F0502020204030204" pitchFamily="34" charset="0"/>
              </a:rPr>
              <a:t>Fig: Pipeline leaderboard ranking algorithms by accuracy — Rank 1: Batched Tree Ensemble Classifier (0.995).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3E69E7BF-BEF2-458E-692A-A750B748D2BC}"/>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56959763-B5B5-22E5-733E-B3F05D391F6B}"/>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US" sz="2400" b="1" u="sng" dirty="0">
                <a:solidFill>
                  <a:schemeClr val="tx2"/>
                </a:solidFill>
                <a:latin typeface="Calibri" panose="020F0502020204030204" pitchFamily="34" charset="0"/>
                <a:ea typeface="Calibri" panose="020F0502020204030204" pitchFamily="34" charset="0"/>
                <a:cs typeface="Calibri" panose="020F0502020204030204" pitchFamily="34" charset="0"/>
              </a:rPr>
              <a:t>Testing Screenshot:</a:t>
            </a:r>
          </a:p>
        </p:txBody>
      </p:sp>
      <p:pic>
        <p:nvPicPr>
          <p:cNvPr id="4" name="Picture 3">
            <a:extLst>
              <a:ext uri="{FF2B5EF4-FFF2-40B4-BE49-F238E27FC236}">
                <a16:creationId xmlns:a16="http://schemas.microsoft.com/office/drawing/2014/main" id="{48B17725-4549-B9F7-5979-FB2F6ACD6F24}"/>
              </a:ext>
            </a:extLst>
          </p:cNvPr>
          <p:cNvPicPr>
            <a:picLocks noChangeAspect="1"/>
          </p:cNvPicPr>
          <p:nvPr/>
        </p:nvPicPr>
        <p:blipFill>
          <a:blip r:embed="rId3"/>
          <a:stretch>
            <a:fillRect/>
          </a:stretch>
        </p:blipFill>
        <p:spPr>
          <a:xfrm>
            <a:off x="914400" y="954367"/>
            <a:ext cx="10363200" cy="4949265"/>
          </a:xfrm>
          <a:prstGeom prst="rect">
            <a:avLst/>
          </a:prstGeom>
        </p:spPr>
      </p:pic>
      <p:sp>
        <p:nvSpPr>
          <p:cNvPr id="6" name="TextBox 5">
            <a:extLst>
              <a:ext uri="{FF2B5EF4-FFF2-40B4-BE49-F238E27FC236}">
                <a16:creationId xmlns:a16="http://schemas.microsoft.com/office/drawing/2014/main" id="{FD190E72-F680-EE73-7E6B-0C577577B902}"/>
              </a:ext>
            </a:extLst>
          </p:cNvPr>
          <p:cNvSpPr txBox="1"/>
          <p:nvPr/>
        </p:nvSpPr>
        <p:spPr>
          <a:xfrm>
            <a:off x="914400" y="6086252"/>
            <a:ext cx="6096000" cy="646331"/>
          </a:xfrm>
          <a:prstGeom prst="rect">
            <a:avLst/>
          </a:prstGeom>
          <a:noFill/>
        </p:spPr>
        <p:txBody>
          <a:bodyPr wrap="square">
            <a:spAutoFit/>
          </a:bodyPr>
          <a:lstStyle/>
          <a:p>
            <a:r>
              <a:rPr lang="en-IN" dirty="0">
                <a:solidFill>
                  <a:schemeClr val="tx2"/>
                </a:solidFill>
                <a:latin typeface="Calibri" panose="020F0502020204030204" pitchFamily="34" charset="0"/>
                <a:ea typeface="Calibri" panose="020F0502020204030204" pitchFamily="34" charset="0"/>
                <a:cs typeface="Calibri" panose="020F0502020204030204" pitchFamily="34" charset="0"/>
              </a:rPr>
              <a:t>Fig: Model successfully deployed — status "Deployed", type "Online".</a:t>
            </a:r>
          </a:p>
        </p:txBody>
      </p:sp>
    </p:spTree>
    <p:extLst>
      <p:ext uri="{BB962C8B-B14F-4D97-AF65-F5344CB8AC3E}">
        <p14:creationId xmlns:p14="http://schemas.microsoft.com/office/powerpoint/2010/main" val="38666566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2DC2F13-C09F-1D50-6289-15F22A1D77FA}"/>
              </a:ext>
            </a:extLst>
          </p:cNvPr>
          <p:cNvSpPr txBox="1"/>
          <p:nvPr/>
        </p:nvSpPr>
        <p:spPr>
          <a:xfrm>
            <a:off x="414759" y="207380"/>
            <a:ext cx="2816507"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sng" strike="noStrike" baseline="0" dirty="0">
                <a:solidFill>
                  <a:schemeClr val="tx2"/>
                </a:solidFill>
                <a:latin typeface="Calibri" panose="020F0502020204030204" pitchFamily="34" charset="0"/>
                <a:ea typeface="Calibri" panose="020F0502020204030204" pitchFamily="34" charset="0"/>
                <a:cs typeface="Calibri" panose="020F0502020204030204" pitchFamily="34" charset="0"/>
              </a:rPr>
              <a:t>Testing Screenshot:</a:t>
            </a:r>
            <a:endParaRPr lang="en-US" u="sng" dirty="0">
              <a:solidFill>
                <a:schemeClr val="tx2"/>
              </a:solidFill>
              <a:latin typeface="Calibri" panose="020F0502020204030204" pitchFamily="34" charset="0"/>
              <a:ea typeface="Calibri" panose="020F0502020204030204" pitchFamily="34" charset="0"/>
              <a:cs typeface="Calibri" panose="020F0502020204030204" pitchFamily="34" charset="0"/>
            </a:endParaRPr>
          </a:p>
          <a:p>
            <a:pPr algn="ctr"/>
            <a:endParaRPr lang="en-US" dirty="0">
              <a:solidFill>
                <a:schemeClr val="tx2"/>
              </a:solidFill>
              <a:latin typeface="Calibri" panose="020F0502020204030204" pitchFamily="34" charset="0"/>
              <a:ea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76E87798-5014-E6E6-1764-C64F2AF33684}"/>
              </a:ext>
            </a:extLst>
          </p:cNvPr>
          <p:cNvPicPr>
            <a:picLocks noChangeAspect="1"/>
          </p:cNvPicPr>
          <p:nvPr/>
        </p:nvPicPr>
        <p:blipFill>
          <a:blip r:embed="rId2"/>
          <a:stretch>
            <a:fillRect/>
          </a:stretch>
        </p:blipFill>
        <p:spPr>
          <a:xfrm>
            <a:off x="635000" y="818084"/>
            <a:ext cx="10922000" cy="5221832"/>
          </a:xfrm>
          <a:prstGeom prst="rect">
            <a:avLst/>
          </a:prstGeom>
        </p:spPr>
      </p:pic>
      <p:sp>
        <p:nvSpPr>
          <p:cNvPr id="6" name="TextBox 5">
            <a:extLst>
              <a:ext uri="{FF2B5EF4-FFF2-40B4-BE49-F238E27FC236}">
                <a16:creationId xmlns:a16="http://schemas.microsoft.com/office/drawing/2014/main" id="{AAD7DFAF-625E-F901-EAEA-2265D9FFE8C9}"/>
              </a:ext>
            </a:extLst>
          </p:cNvPr>
          <p:cNvSpPr txBox="1"/>
          <p:nvPr/>
        </p:nvSpPr>
        <p:spPr>
          <a:xfrm>
            <a:off x="635000" y="6128583"/>
            <a:ext cx="7894320" cy="646331"/>
          </a:xfrm>
          <a:prstGeom prst="rect">
            <a:avLst/>
          </a:prstGeom>
          <a:noFill/>
        </p:spPr>
        <p:txBody>
          <a:bodyPr wrap="square">
            <a:spAutoFit/>
          </a:bodyPr>
          <a:lstStyle/>
          <a:p>
            <a:r>
              <a:rPr lang="en-IN" dirty="0">
                <a:solidFill>
                  <a:schemeClr val="tx2"/>
                </a:solidFill>
                <a:latin typeface="Calibri" panose="020F0502020204030204" pitchFamily="34" charset="0"/>
                <a:ea typeface="Calibri" panose="020F0502020204030204" pitchFamily="34" charset="0"/>
                <a:cs typeface="Calibri" panose="020F0502020204030204" pitchFamily="34" charset="0"/>
              </a:rPr>
              <a:t>Fig: Model tested with sample input, returning prediction "No Failure" with 100% confidence</a:t>
            </a:r>
          </a:p>
        </p:txBody>
      </p:sp>
    </p:spTree>
    <p:extLst>
      <p:ext uri="{BB962C8B-B14F-4D97-AF65-F5344CB8AC3E}">
        <p14:creationId xmlns:p14="http://schemas.microsoft.com/office/powerpoint/2010/main" val="30212958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u="sng" dirty="0">
                <a:solidFill>
                  <a:schemeClr val="tx2"/>
                </a:solidFill>
                <a:latin typeface="Calibri" panose="020F0502020204030204" pitchFamily="34" charset="0"/>
                <a:ea typeface="Calibri" panose="020F0502020204030204" pitchFamily="34" charset="0"/>
                <a:cs typeface="Calibri" panose="020F0502020204030204" pitchFamily="34" charset="0"/>
              </a:rPr>
              <a:t>Novelty and Uniqueness</a:t>
            </a:r>
            <a:endParaRPr lang="en-IN" sz="2400" b="1" u="sng" dirty="0">
              <a:solidFill>
                <a:schemeClr val="tx2"/>
              </a:solidFill>
              <a:latin typeface="Calibri" panose="020F0502020204030204" pitchFamily="34" charset="0"/>
              <a:ea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0769628" cy="3139321"/>
          </a:xfrm>
          <a:prstGeom prst="rect">
            <a:avLst/>
          </a:prstGeom>
          <a:noFill/>
        </p:spPr>
        <p:txBody>
          <a:bodyPr wrap="square" lIns="91440" tIns="45720" rIns="91440" bIns="45720" rtlCol="0" anchor="t">
            <a:spAutoFit/>
          </a:bodyPr>
          <a:lstStyle/>
          <a:p>
            <a:pPr marL="285750" indent="-285750">
              <a:buChar char="•"/>
            </a:pPr>
            <a:r>
              <a:rPr lang="en-IN" sz="1800" dirty="0">
                <a:solidFill>
                  <a:schemeClr val="tx2"/>
                </a:solidFill>
                <a:latin typeface="Calibri" panose="020F0502020204030204" pitchFamily="34" charset="0"/>
                <a:ea typeface="Calibri" panose="020F0502020204030204" pitchFamily="34" charset="0"/>
                <a:cs typeface="Calibri" panose="020F0502020204030204" pitchFamily="34" charset="0"/>
              </a:rPr>
              <a:t>The solution automates industrial failure prediction, reducing manual monitoring effort and response time.</a:t>
            </a:r>
          </a:p>
          <a:p>
            <a:endParaRPr lang="en-IN" sz="1800" dirty="0">
              <a:solidFill>
                <a:schemeClr val="tx2"/>
              </a:solidFill>
              <a:latin typeface="Calibri" panose="020F0502020204030204" pitchFamily="34" charset="0"/>
              <a:ea typeface="Calibri" panose="020F0502020204030204" pitchFamily="34" charset="0"/>
              <a:cs typeface="Calibri" panose="020F0502020204030204" pitchFamily="34" charset="0"/>
            </a:endParaRPr>
          </a:p>
          <a:p>
            <a:pPr marL="285750" indent="-285750">
              <a:buChar char="•"/>
            </a:pPr>
            <a:r>
              <a:rPr lang="en-IN" sz="1800" dirty="0">
                <a:solidFill>
                  <a:schemeClr val="tx2"/>
                </a:solidFill>
                <a:latin typeface="Calibri" panose="020F0502020204030204" pitchFamily="34" charset="0"/>
                <a:ea typeface="Calibri" panose="020F0502020204030204" pitchFamily="34" charset="0"/>
                <a:cs typeface="Calibri" panose="020F0502020204030204" pitchFamily="34" charset="0"/>
              </a:rPr>
              <a:t>It uses IBM watsonx.ai AutoAI to automatically discover the best machine learning model without extensive coding.</a:t>
            </a:r>
          </a:p>
          <a:p>
            <a:pPr marL="285750" indent="-285750">
              <a:buChar char="•"/>
            </a:pPr>
            <a:endParaRPr lang="en-IN" sz="1800" dirty="0">
              <a:solidFill>
                <a:schemeClr val="tx2"/>
              </a:solidFill>
              <a:latin typeface="Calibri" panose="020F0502020204030204" pitchFamily="34" charset="0"/>
              <a:ea typeface="Calibri" panose="020F0502020204030204" pitchFamily="34" charset="0"/>
              <a:cs typeface="Calibri" panose="020F0502020204030204" pitchFamily="34" charset="0"/>
            </a:endParaRPr>
          </a:p>
          <a:p>
            <a:pPr marL="285750" indent="-285750">
              <a:buChar char="•"/>
            </a:pPr>
            <a:r>
              <a:rPr lang="en-IN" sz="1800" dirty="0">
                <a:solidFill>
                  <a:schemeClr val="tx2"/>
                </a:solidFill>
                <a:latin typeface="Calibri" panose="020F0502020204030204" pitchFamily="34" charset="0"/>
                <a:ea typeface="Calibri" panose="020F0502020204030204" pitchFamily="34" charset="0"/>
                <a:cs typeface="Calibri" panose="020F0502020204030204" pitchFamily="34" charset="0"/>
              </a:rPr>
              <a:t>The system can accurately classify machines into multiple failure categories through a single intelligent platform.</a:t>
            </a:r>
          </a:p>
          <a:p>
            <a:pPr marL="285750" indent="-285750">
              <a:buChar char="•"/>
            </a:pPr>
            <a:endParaRPr lang="en-IN" sz="1800" dirty="0">
              <a:solidFill>
                <a:schemeClr val="tx2"/>
              </a:solidFill>
              <a:latin typeface="Calibri" panose="020F0502020204030204" pitchFamily="34" charset="0"/>
              <a:ea typeface="Calibri" panose="020F0502020204030204" pitchFamily="34" charset="0"/>
              <a:cs typeface="Calibri" panose="020F0502020204030204" pitchFamily="34" charset="0"/>
            </a:endParaRPr>
          </a:p>
          <a:p>
            <a:pPr marL="285750" indent="-285750">
              <a:buChar char="•"/>
            </a:pPr>
            <a:r>
              <a:rPr lang="en-IN" sz="1800" dirty="0">
                <a:solidFill>
                  <a:schemeClr val="tx2"/>
                </a:solidFill>
                <a:latin typeface="Calibri" panose="020F0502020204030204" pitchFamily="34" charset="0"/>
                <a:ea typeface="Calibri" panose="020F0502020204030204" pitchFamily="34" charset="0"/>
                <a:cs typeface="Calibri" panose="020F0502020204030204" pitchFamily="34" charset="0"/>
              </a:rPr>
              <a:t>Automated feature engineering helps identify hidden patterns in sensor data linked to failure.</a:t>
            </a:r>
            <a:br>
              <a:rPr lang="en-IN" sz="1800" dirty="0">
                <a:solidFill>
                  <a:schemeClr val="tx2"/>
                </a:solidFill>
                <a:latin typeface="Calibri" panose="020F0502020204030204" pitchFamily="34" charset="0"/>
                <a:ea typeface="Calibri" panose="020F0502020204030204" pitchFamily="34" charset="0"/>
                <a:cs typeface="Calibri" panose="020F0502020204030204" pitchFamily="34" charset="0"/>
              </a:rPr>
            </a:br>
            <a:endParaRPr lang="en-IN" sz="1800" dirty="0">
              <a:solidFill>
                <a:schemeClr val="tx2"/>
              </a:solidFill>
              <a:latin typeface="Calibri" panose="020F0502020204030204" pitchFamily="34" charset="0"/>
              <a:ea typeface="Calibri" panose="020F0502020204030204" pitchFamily="34" charset="0"/>
              <a:cs typeface="Calibri" panose="020F0502020204030204" pitchFamily="34" charset="0"/>
            </a:endParaRPr>
          </a:p>
          <a:p>
            <a:pPr marL="285750" indent="-285750">
              <a:buChar char="•"/>
            </a:pPr>
            <a:r>
              <a:rPr lang="en-IN" sz="1800" dirty="0">
                <a:solidFill>
                  <a:schemeClr val="tx2"/>
                </a:solidFill>
                <a:latin typeface="Calibri" panose="020F0502020204030204" pitchFamily="34" charset="0"/>
                <a:ea typeface="Calibri" panose="020F0502020204030204" pitchFamily="34" charset="0"/>
                <a:cs typeface="Calibri" panose="020F0502020204030204" pitchFamily="34" charset="0"/>
              </a:rPr>
              <a:t>The model ensures consistent, unbiased failure prediction, minimizing human error in maintenance decisions.</a:t>
            </a:r>
            <a:endParaRPr lang="en-IN" sz="1800" b="1" dirty="0">
              <a:solidFill>
                <a:schemeClr val="tx2"/>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9179641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u="sng" dirty="0">
                <a:solidFill>
                  <a:schemeClr val="tx2"/>
                </a:solidFill>
                <a:latin typeface="Calibri" panose="020F0502020204030204" pitchFamily="34" charset="0"/>
                <a:ea typeface="Calibri" panose="020F0502020204030204" pitchFamily="34" charset="0"/>
                <a:cs typeface="Calibri" panose="020F0502020204030204" pitchFamily="34" charset="0"/>
                <a:sym typeface="Times New Roman"/>
              </a:rPr>
              <a:t>Git Hub Link</a:t>
            </a:r>
            <a:endParaRPr sz="2400" b="1" u="sng" dirty="0">
              <a:solidFill>
                <a:schemeClr val="tx2"/>
              </a:solidFill>
              <a:latin typeface="Calibri" panose="020F0502020204030204" pitchFamily="34" charset="0"/>
              <a:ea typeface="Calibri" panose="020F0502020204030204" pitchFamily="34" charset="0"/>
              <a:cs typeface="Calibri" panose="020F0502020204030204" pitchFamily="34" charset="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24746"/>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1850" dirty="0">
                <a:solidFill>
                  <a:srgbClr val="FFC000"/>
                </a:solidFill>
                <a:latin typeface="Calibri" panose="020F0502020204030204" pitchFamily="34" charset="0"/>
                <a:ea typeface="Calibri" panose="020F0502020204030204" pitchFamily="34" charset="0"/>
                <a:cs typeface="Calibri" panose="020F0502020204030204" pitchFamily="34" charset="0"/>
                <a:sym typeface="Times New Roman"/>
              </a:rPr>
              <a:t>https://github.com/MJ-0324-2006/predictive-maintenance-ps39</a:t>
            </a:r>
            <a:endParaRPr sz="1850" b="0" i="0" u="none" strike="noStrike" cap="none" dirty="0">
              <a:solidFill>
                <a:srgbClr val="FFC000"/>
              </a:solidFill>
              <a:latin typeface="Calibri" panose="020F0502020204030204" pitchFamily="34" charset="0"/>
              <a:ea typeface="Calibri" panose="020F0502020204030204" pitchFamily="34" charset="0"/>
              <a:cs typeface="Calibri" panose="020F0502020204030204" pitchFamily="34" charset="0"/>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721360" y="451881"/>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u="sng" dirty="0">
                <a:solidFill>
                  <a:schemeClr val="tx2"/>
                </a:solidFill>
                <a:latin typeface="Calibri" panose="020F0502020204030204" pitchFamily="34" charset="0"/>
                <a:ea typeface="Calibri" panose="020F0502020204030204" pitchFamily="34" charset="0"/>
                <a:cs typeface="Calibri" panose="020F0502020204030204" pitchFamily="34" charset="0"/>
                <a:sym typeface="Times New Roman"/>
              </a:rPr>
              <a:t>Future Scope </a:t>
            </a:r>
            <a:endParaRPr sz="2400" b="1" u="sng" dirty="0">
              <a:solidFill>
                <a:schemeClr val="tx2"/>
              </a:solidFill>
              <a:latin typeface="Calibri" panose="020F0502020204030204" pitchFamily="34" charset="0"/>
              <a:ea typeface="Calibri" panose="020F0502020204030204" pitchFamily="34" charset="0"/>
              <a:cs typeface="Calibri" panose="020F0502020204030204" pitchFamily="34" charset="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721360" y="1290499"/>
            <a:ext cx="9457944" cy="4277001"/>
          </a:xfrm>
          <a:prstGeom prst="rect">
            <a:avLst/>
          </a:prstGeom>
          <a:noFill/>
          <a:ln>
            <a:noFill/>
          </a:ln>
        </p:spPr>
        <p:txBody>
          <a:bodyPr spcFirstLastPara="1" wrap="square" lIns="0" tIns="0" rIns="0" bIns="0" anchor="t" anchorCtr="0">
            <a:noAutofit/>
          </a:bodyPr>
          <a:lstStyle/>
          <a:p>
            <a:pPr marL="342900" lvl="0" indent="-342900">
              <a:lnSpc>
                <a:spcPct val="150000"/>
              </a:lnSpc>
              <a:buSzPts val="1850"/>
              <a:buFont typeface="Arial" panose="020B0604020202020204" pitchFamily="34" charset="0"/>
              <a:buChar char="•"/>
            </a:pPr>
            <a:r>
              <a:rPr lang="en-IN" sz="2000" dirty="0">
                <a:solidFill>
                  <a:schemeClr val="tx2"/>
                </a:solidFill>
                <a:latin typeface="Calibri" panose="020F0502020204030204" pitchFamily="34" charset="0"/>
                <a:ea typeface="Calibri" panose="020F0502020204030204" pitchFamily="34" charset="0"/>
                <a:cs typeface="Calibri" panose="020F0502020204030204" pitchFamily="34" charset="0"/>
              </a:rPr>
              <a:t>The system can be integrated with real-time IoT sensors on factory machines for continuous monitoring.</a:t>
            </a:r>
          </a:p>
          <a:p>
            <a:pPr marL="342900" lvl="0" indent="-342900">
              <a:lnSpc>
                <a:spcPct val="150000"/>
              </a:lnSpc>
              <a:buSzPts val="1850"/>
              <a:buFont typeface="Arial" panose="020B0604020202020204" pitchFamily="34" charset="0"/>
              <a:buChar char="•"/>
            </a:pPr>
            <a:r>
              <a:rPr lang="en-IN" sz="2000" dirty="0">
                <a:solidFill>
                  <a:schemeClr val="tx2"/>
                </a:solidFill>
                <a:latin typeface="Calibri" panose="020F0502020204030204" pitchFamily="34" charset="0"/>
                <a:ea typeface="Calibri" panose="020F0502020204030204" pitchFamily="34" charset="0"/>
                <a:cs typeface="Calibri" panose="020F0502020204030204" pitchFamily="34" charset="0"/>
              </a:rPr>
              <a:t>Additional machine types (pumps, motors, conveyors) can be included, enabling a unified predictive maintenance platform.</a:t>
            </a:r>
          </a:p>
          <a:p>
            <a:pPr marL="342900" lvl="0" indent="-342900">
              <a:lnSpc>
                <a:spcPct val="150000"/>
              </a:lnSpc>
              <a:buSzPts val="1850"/>
              <a:buFont typeface="Arial" panose="020B0604020202020204" pitchFamily="34" charset="0"/>
              <a:buChar char="•"/>
            </a:pPr>
            <a:r>
              <a:rPr lang="en-IN" sz="2000" dirty="0">
                <a:solidFill>
                  <a:schemeClr val="tx2"/>
                </a:solidFill>
                <a:latin typeface="Calibri" panose="020F0502020204030204" pitchFamily="34" charset="0"/>
                <a:ea typeface="Calibri" panose="020F0502020204030204" pitchFamily="34" charset="0"/>
                <a:cs typeface="Calibri" panose="020F0502020204030204" pitchFamily="34" charset="0"/>
              </a:rPr>
              <a:t>Real-time data streaming can improve early failure detection and reduce false alerts.</a:t>
            </a:r>
          </a:p>
          <a:p>
            <a:pPr marL="342900" lvl="0" indent="-342900">
              <a:lnSpc>
                <a:spcPct val="150000"/>
              </a:lnSpc>
              <a:buSzPts val="1850"/>
              <a:buFont typeface="Arial" panose="020B0604020202020204" pitchFamily="34" charset="0"/>
              <a:buChar char="•"/>
            </a:pPr>
            <a:r>
              <a:rPr lang="en-IN" sz="2000" dirty="0">
                <a:solidFill>
                  <a:schemeClr val="tx2"/>
                </a:solidFill>
                <a:latin typeface="Calibri" panose="020F0502020204030204" pitchFamily="34" charset="0"/>
                <a:ea typeface="Calibri" panose="020F0502020204030204" pitchFamily="34" charset="0"/>
                <a:cs typeface="Calibri" panose="020F0502020204030204" pitchFamily="34" charset="0"/>
              </a:rPr>
              <a:t>Advanced AI models in IBM watsonx.ai can be used to continuously improve prediction accuracy as new data becomes available.</a:t>
            </a:r>
          </a:p>
          <a:p>
            <a:pPr marL="342900" lvl="0" indent="-342900">
              <a:lnSpc>
                <a:spcPct val="150000"/>
              </a:lnSpc>
              <a:buSzPts val="1850"/>
              <a:buFont typeface="Arial" panose="020B0604020202020204" pitchFamily="34" charset="0"/>
              <a:buChar char="•"/>
            </a:pPr>
            <a:r>
              <a:rPr lang="en-IN" sz="2000" dirty="0">
                <a:solidFill>
                  <a:schemeClr val="tx2"/>
                </a:solidFill>
                <a:latin typeface="Calibri" panose="020F0502020204030204" pitchFamily="34" charset="0"/>
                <a:ea typeface="Calibri" panose="020F0502020204030204" pitchFamily="34" charset="0"/>
                <a:cs typeface="Calibri" panose="020F0502020204030204" pitchFamily="34" charset="0"/>
              </a:rPr>
              <a:t>The solution can be scaled across factories to support predictive, data-driven maintenance nationwide.</a:t>
            </a:r>
            <a:endParaRPr lang="en-US" sz="1850" b="1" dirty="0">
              <a:solidFill>
                <a:schemeClr val="tx2"/>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1367067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u="sng" dirty="0">
                <a:solidFill>
                  <a:schemeClr val="tx2"/>
                </a:solidFill>
                <a:latin typeface="Calibri" panose="020F0502020204030204" pitchFamily="34" charset="0"/>
                <a:ea typeface="Calibri" panose="020F0502020204030204" pitchFamily="34" charset="0"/>
                <a:cs typeface="Calibri" panose="020F0502020204030204" pitchFamily="34" charset="0"/>
              </a:rPr>
              <a:t>Certificates Earned:</a:t>
            </a:r>
          </a:p>
          <a:p>
            <a:pPr algn="ctr"/>
            <a:endParaRPr lang="en-US" dirty="0">
              <a:solidFill>
                <a:schemeClr val="tx2"/>
              </a:solidFill>
              <a:latin typeface="Calibri" panose="020F0502020204030204" pitchFamily="34" charset="0"/>
              <a:ea typeface="Calibri" panose="020F0502020204030204" pitchFamily="34" charset="0"/>
              <a:cs typeface="Calibri" panose="020F0502020204030204" pitchFamily="34" charset="0"/>
            </a:endParaRPr>
          </a:p>
        </p:txBody>
      </p:sp>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1C488599-1CDB-6479-4ED5-FDEEC38049D9}"/>
                  </a:ext>
                </a:extLst>
              </p14:cNvPr>
              <p14:cNvContentPartPr/>
              <p14:nvPr/>
            </p14:nvContentPartPr>
            <p14:xfrm>
              <a:off x="3048334" y="3639298"/>
              <a:ext cx="3513095" cy="16098"/>
            </p14:xfrm>
          </p:contentPart>
        </mc:Choice>
        <mc:Fallback xmlns="">
          <p:pic>
            <p:nvPicPr>
              <p:cNvPr id="2" name="Ink 1">
                <a:extLst>
                  <a:ext uri="{FF2B5EF4-FFF2-40B4-BE49-F238E27FC236}">
                    <a16:creationId xmlns:a16="http://schemas.microsoft.com/office/drawing/2014/main" id="{1C488599-1CDB-6479-4ED5-FDEEC38049D9}"/>
                  </a:ext>
                </a:extLst>
              </p:cNvPr>
              <p:cNvPicPr/>
              <p:nvPr/>
            </p:nvPicPr>
            <p:blipFill>
              <a:blip r:embed="rId4"/>
              <a:stretch>
                <a:fillRect/>
              </a:stretch>
            </p:blipFill>
            <p:spPr>
              <a:xfrm>
                <a:off x="3030337" y="2834398"/>
                <a:ext cx="3548730" cy="160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66AD5D31-EDA5-2C50-7CE9-7D1E60A89F54}"/>
                  </a:ext>
                </a:extLst>
              </p14:cNvPr>
              <p14:cNvContentPartPr/>
              <p14:nvPr/>
            </p14:nvContentPartPr>
            <p14:xfrm>
              <a:off x="3338890" y="3210002"/>
              <a:ext cx="3042822" cy="16098"/>
            </p14:xfrm>
          </p:contentPart>
        </mc:Choice>
        <mc:Fallback xmlns="">
          <p:pic>
            <p:nvPicPr>
              <p:cNvPr id="5" name="Ink 4">
                <a:extLst>
                  <a:ext uri="{FF2B5EF4-FFF2-40B4-BE49-F238E27FC236}">
                    <a16:creationId xmlns:a16="http://schemas.microsoft.com/office/drawing/2014/main" id="{66AD5D31-EDA5-2C50-7CE9-7D1E60A89F54}"/>
                  </a:ext>
                </a:extLst>
              </p:cNvPr>
              <p:cNvPicPr/>
              <p:nvPr/>
            </p:nvPicPr>
            <p:blipFill>
              <a:blip r:embed="rId6"/>
              <a:stretch>
                <a:fillRect/>
              </a:stretch>
            </p:blipFill>
            <p:spPr>
              <a:xfrm>
                <a:off x="3320892" y="2405102"/>
                <a:ext cx="3078459" cy="1609800"/>
              </a:xfrm>
              <a:prstGeom prst="rect">
                <a:avLst/>
              </a:prstGeom>
            </p:spPr>
          </p:pic>
        </mc:Fallback>
      </mc:AlternateContent>
      <p:pic>
        <p:nvPicPr>
          <p:cNvPr id="8" name="Picture 7">
            <a:extLst>
              <a:ext uri="{FF2B5EF4-FFF2-40B4-BE49-F238E27FC236}">
                <a16:creationId xmlns:a16="http://schemas.microsoft.com/office/drawing/2014/main" id="{98B7D4EA-776B-236A-B369-9337595B3601}"/>
              </a:ext>
            </a:extLst>
          </p:cNvPr>
          <p:cNvPicPr>
            <a:picLocks noChangeAspect="1"/>
          </p:cNvPicPr>
          <p:nvPr/>
        </p:nvPicPr>
        <p:blipFill>
          <a:blip r:embed="rId7"/>
          <a:stretch>
            <a:fillRect/>
          </a:stretch>
        </p:blipFill>
        <p:spPr>
          <a:xfrm>
            <a:off x="2110394" y="767470"/>
            <a:ext cx="7971211" cy="5883150"/>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sng" strike="noStrike" baseline="0" dirty="0">
                <a:solidFill>
                  <a:schemeClr val="tx2"/>
                </a:solidFill>
                <a:latin typeface="Arial"/>
              </a:rPr>
              <a:t>Certificates Earned:</a:t>
            </a:r>
            <a:r>
              <a:rPr sz="2400" b="0" i="0" u="sng" dirty="0">
                <a:solidFill>
                  <a:schemeClr val="tx2"/>
                </a:solidFill>
                <a:latin typeface="Arial"/>
                <a:ea typeface="Arial"/>
                <a:cs typeface="Arial"/>
              </a:rPr>
              <a:t>​</a:t>
            </a:r>
            <a:endParaRPr lang="en-US" u="sng" dirty="0">
              <a:solidFill>
                <a:schemeClr val="tx2"/>
              </a:solidFill>
            </a:endParaRPr>
          </a:p>
          <a:p>
            <a:pPr algn="ctr"/>
            <a:endParaRPr lang="en-US" dirty="0">
              <a:solidFill>
                <a:schemeClr val="tx2"/>
              </a:solidFill>
            </a:endParaRPr>
          </a:p>
        </p:txBody>
      </p:sp>
      <p:pic>
        <p:nvPicPr>
          <p:cNvPr id="3" name="Picture 2">
            <a:extLst>
              <a:ext uri="{FF2B5EF4-FFF2-40B4-BE49-F238E27FC236}">
                <a16:creationId xmlns:a16="http://schemas.microsoft.com/office/drawing/2014/main" id="{EFD561C9-9A10-0CBC-DD45-F6895F3DCE5D}"/>
              </a:ext>
            </a:extLst>
          </p:cNvPr>
          <p:cNvPicPr>
            <a:picLocks noChangeAspect="1"/>
          </p:cNvPicPr>
          <p:nvPr/>
        </p:nvPicPr>
        <p:blipFill>
          <a:blip r:embed="rId2"/>
          <a:stretch>
            <a:fillRect/>
          </a:stretch>
        </p:blipFill>
        <p:spPr>
          <a:xfrm>
            <a:off x="1698100" y="1000019"/>
            <a:ext cx="9149192" cy="5524780"/>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sp>
        <p:nvSpPr>
          <p:cNvPr id="2" name="Title 1">
            <a:extLst>
              <a:ext uri="{FF2B5EF4-FFF2-40B4-BE49-F238E27FC236}">
                <a16:creationId xmlns:a16="http://schemas.microsoft.com/office/drawing/2014/main" id="{4B86CF32-8338-2439-88D2-09CBFD01EEA1}"/>
              </a:ext>
            </a:extLst>
          </p:cNvPr>
          <p:cNvSpPr>
            <a:spLocks noGrp="1"/>
          </p:cNvSpPr>
          <p:nvPr>
            <p:ph type="title"/>
          </p:nvPr>
        </p:nvSpPr>
        <p:spPr>
          <a:xfrm>
            <a:off x="919119" y="2943775"/>
            <a:ext cx="10353762" cy="970450"/>
          </a:xfrm>
        </p:spPr>
        <p:txBody>
          <a:bodyPr>
            <a:noAutofit/>
          </a:bodyPr>
          <a:lstStyle/>
          <a:p>
            <a:r>
              <a:rPr lang="en-US" sz="6000" dirty="0"/>
              <a:t>THANK YOU!</a:t>
            </a:r>
            <a:endParaRPr lang="en-IN" sz="6000" dirty="0"/>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43372978-11FE-4814-AC26-BC300187D8C7}"/>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43</TotalTime>
  <Words>656</Words>
  <Application>Microsoft Office PowerPoint</Application>
  <PresentationFormat>Widescreen</PresentationFormat>
  <Paragraphs>61</Paragraphs>
  <Slides>15</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Calibri</vt:lpstr>
      <vt:lpstr>Calisto MT</vt:lpstr>
      <vt:lpstr>Times New Roman</vt:lpstr>
      <vt:lpstr>Wingdings 2</vt:lpstr>
      <vt:lpstr>Slate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Miriyala Jashmitha</cp:lastModifiedBy>
  <cp:revision>2</cp:revision>
  <dcterms:created xsi:type="dcterms:W3CDTF">2025-07-08T05:06:56Z</dcterms:created>
  <dcterms:modified xsi:type="dcterms:W3CDTF">2026-07-11T17:11:45Z</dcterms:modified>
</cp:coreProperties>
</file>