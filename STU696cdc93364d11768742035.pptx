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6" r:id="rId1"/>
  </p:sldMasterIdLst>
  <p:notesMasterIdLst>
    <p:notesMasterId r:id="rId17"/>
  </p:notesMasterIdLst>
  <p:sldIdLst>
    <p:sldId id="283" r:id="rId2"/>
    <p:sldId id="257" r:id="rId3"/>
    <p:sldId id="282" r:id="rId4"/>
    <p:sldId id="285" r:id="rId5"/>
    <p:sldId id="278" r:id="rId6"/>
    <p:sldId id="279" r:id="rId7"/>
    <p:sldId id="262" r:id="rId8"/>
    <p:sldId id="290" r:id="rId9"/>
    <p:sldId id="291" r:id="rId10"/>
    <p:sldId id="286" r:id="rId11"/>
    <p:sldId id="287" r:id="rId12"/>
    <p:sldId id="280" r:id="rId13"/>
    <p:sldId id="288" r:id="rId14"/>
    <p:sldId id="289" r:id="rId15"/>
    <p:sldId id="27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F4D273-B96F-4650-B81D-47822A67E929}" v="12" dt="2026-07-11T17:07:12.001"/>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94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iyala Jashmitha" userId="7961277030b3d89d" providerId="LiveId" clId="{9D1669D7-9D5A-4EE1-A474-8017BFF36D7D}"/>
    <pc:docChg chg="undo custSel modSld">
      <pc:chgData name="Miriyala Jashmitha" userId="7961277030b3d89d" providerId="LiveId" clId="{9D1669D7-9D5A-4EE1-A474-8017BFF36D7D}" dt="2026-07-11T17:08:56.455" v="120" actId="207"/>
      <pc:docMkLst>
        <pc:docMk/>
      </pc:docMkLst>
      <pc:sldChg chg="addSp delSp modSp mod">
        <pc:chgData name="Miriyala Jashmitha" userId="7961277030b3d89d" providerId="LiveId" clId="{9D1669D7-9D5A-4EE1-A474-8017BFF36D7D}" dt="2026-07-11T17:07:30.513" v="107" actId="207"/>
        <pc:sldMkLst>
          <pc:docMk/>
          <pc:sldMk cId="0" sldId="257"/>
        </pc:sldMkLst>
        <pc:spChg chg="del mod">
          <ac:chgData name="Miriyala Jashmitha" userId="7961277030b3d89d" providerId="LiveId" clId="{9D1669D7-9D5A-4EE1-A474-8017BFF36D7D}" dt="2026-07-11T07:59:23.469" v="12"/>
          <ac:spMkLst>
            <pc:docMk/>
            <pc:sldMk cId="0" sldId="257"/>
            <ac:spMk id="3" creationId="{B0B023FA-CFEB-ACE9-8425-7E72E307CDC5}"/>
          </ac:spMkLst>
        </pc:spChg>
        <pc:spChg chg="mod">
          <ac:chgData name="Miriyala Jashmitha" userId="7961277030b3d89d" providerId="LiveId" clId="{9D1669D7-9D5A-4EE1-A474-8017BFF36D7D}" dt="2026-07-11T17:07:21.878" v="106" actId="207"/>
          <ac:spMkLst>
            <pc:docMk/>
            <pc:sldMk cId="0" sldId="257"/>
            <ac:spMk id="4" creationId="{A828B9EF-C084-F5D4-CA27-75AF7D995640}"/>
          </ac:spMkLst>
        </pc:spChg>
        <pc:spChg chg="add del">
          <ac:chgData name="Miriyala Jashmitha" userId="7961277030b3d89d" providerId="LiveId" clId="{9D1669D7-9D5A-4EE1-A474-8017BFF36D7D}" dt="2026-07-11T07:58:43.147" v="4" actId="22"/>
          <ac:spMkLst>
            <pc:docMk/>
            <pc:sldMk cId="0" sldId="257"/>
            <ac:spMk id="5" creationId="{2499D934-0067-F3DE-44E9-505FA0163633}"/>
          </ac:spMkLst>
        </pc:spChg>
        <pc:spChg chg="mod">
          <ac:chgData name="Miriyala Jashmitha" userId="7961277030b3d89d" providerId="LiveId" clId="{9D1669D7-9D5A-4EE1-A474-8017BFF36D7D}" dt="2026-07-11T17:07:21.878" v="106" actId="207"/>
          <ac:spMkLst>
            <pc:docMk/>
            <pc:sldMk cId="0" sldId="257"/>
            <ac:spMk id="7" creationId="{3D723CA3-EC2D-165A-F109-3759C4E9C8A4}"/>
          </ac:spMkLst>
        </pc:spChg>
        <pc:spChg chg="mod">
          <ac:chgData name="Miriyala Jashmitha" userId="7961277030b3d89d" providerId="LiveId" clId="{9D1669D7-9D5A-4EE1-A474-8017BFF36D7D}" dt="2026-07-11T17:07:21.878" v="106" actId="207"/>
          <ac:spMkLst>
            <pc:docMk/>
            <pc:sldMk cId="0" sldId="257"/>
            <ac:spMk id="92" creationId="{00000000-0000-0000-0000-000000000000}"/>
          </ac:spMkLst>
        </pc:spChg>
        <pc:spChg chg="mod">
          <ac:chgData name="Miriyala Jashmitha" userId="7961277030b3d89d" providerId="LiveId" clId="{9D1669D7-9D5A-4EE1-A474-8017BFF36D7D}" dt="2026-07-11T17:07:21.878" v="106" actId="207"/>
          <ac:spMkLst>
            <pc:docMk/>
            <pc:sldMk cId="0" sldId="257"/>
            <ac:spMk id="95" creationId="{00000000-0000-0000-0000-000000000000}"/>
          </ac:spMkLst>
        </pc:spChg>
        <pc:graphicFrameChg chg="add mod modGraphic">
          <ac:chgData name="Miriyala Jashmitha" userId="7961277030b3d89d" providerId="LiveId" clId="{9D1669D7-9D5A-4EE1-A474-8017BFF36D7D}" dt="2026-07-11T17:07:30.513" v="107" actId="207"/>
          <ac:graphicFrameMkLst>
            <pc:docMk/>
            <pc:sldMk cId="0" sldId="257"/>
            <ac:graphicFrameMk id="8" creationId="{56AF0EFC-03BE-3DC8-F2EE-2039C01C8B11}"/>
          </ac:graphicFrameMkLst>
        </pc:graphicFrameChg>
        <pc:graphicFrameChg chg="del modGraphic">
          <ac:chgData name="Miriyala Jashmitha" userId="7961277030b3d89d" providerId="LiveId" clId="{9D1669D7-9D5A-4EE1-A474-8017BFF36D7D}" dt="2026-07-11T07:58:38.700" v="1" actId="478"/>
          <ac:graphicFrameMkLst>
            <pc:docMk/>
            <pc:sldMk cId="0" sldId="257"/>
            <ac:graphicFrameMk id="96" creationId="{00000000-0000-0000-0000-000000000000}"/>
          </ac:graphicFrameMkLst>
        </pc:graphicFrameChg>
        <pc:picChg chg="add mod">
          <ac:chgData name="Miriyala Jashmitha" userId="7961277030b3d89d" providerId="LiveId" clId="{9D1669D7-9D5A-4EE1-A474-8017BFF36D7D}" dt="2026-07-11T17:03:26.469" v="74" actId="688"/>
          <ac:picMkLst>
            <pc:docMk/>
            <pc:sldMk cId="0" sldId="257"/>
            <ac:picMk id="10" creationId="{8B0FAD53-2E9D-A00F-3501-A269401380C1}"/>
          </ac:picMkLst>
        </pc:picChg>
        <pc:picChg chg="del">
          <ac:chgData name="Miriyala Jashmitha" userId="7961277030b3d89d" providerId="LiveId" clId="{9D1669D7-9D5A-4EE1-A474-8017BFF36D7D}" dt="2026-07-11T07:58:40.736" v="2" actId="478"/>
          <ac:picMkLst>
            <pc:docMk/>
            <pc:sldMk cId="0" sldId="257"/>
            <ac:picMk id="98" creationId="{00000000-0000-0000-0000-000000000000}"/>
          </ac:picMkLst>
        </pc:picChg>
      </pc:sldChg>
      <pc:sldChg chg="modSp mod">
        <pc:chgData name="Miriyala Jashmitha" userId="7961277030b3d89d" providerId="LiveId" clId="{9D1669D7-9D5A-4EE1-A474-8017BFF36D7D}" dt="2026-07-11T17:08:18.909" v="112" actId="207"/>
        <pc:sldMkLst>
          <pc:docMk/>
          <pc:sldMk cId="0" sldId="262"/>
        </pc:sldMkLst>
        <pc:spChg chg="mod">
          <ac:chgData name="Miriyala Jashmitha" userId="7961277030b3d89d" providerId="LiveId" clId="{9D1669D7-9D5A-4EE1-A474-8017BFF36D7D}" dt="2026-07-11T17:08:18.909" v="112" actId="207"/>
          <ac:spMkLst>
            <pc:docMk/>
            <pc:sldMk cId="0" sldId="262"/>
            <ac:spMk id="2" creationId="{78578745-3233-E2C4-2AF4-55BA57C68D3F}"/>
          </ac:spMkLst>
        </pc:spChg>
        <pc:spChg chg="mod">
          <ac:chgData name="Miriyala Jashmitha" userId="7961277030b3d89d" providerId="LiveId" clId="{9D1669D7-9D5A-4EE1-A474-8017BFF36D7D}" dt="2026-07-11T17:08:18.909" v="112" actId="207"/>
          <ac:spMkLst>
            <pc:docMk/>
            <pc:sldMk cId="0" sldId="262"/>
            <ac:spMk id="6" creationId="{2E55E460-205B-DB3C-402B-78E3B91CE486}"/>
          </ac:spMkLst>
        </pc:spChg>
      </pc:sldChg>
      <pc:sldChg chg="addSp delSp modSp mod modClrScheme chgLayout">
        <pc:chgData name="Miriyala Jashmitha" userId="7961277030b3d89d" providerId="LiveId" clId="{9D1669D7-9D5A-4EE1-A474-8017BFF36D7D}" dt="2026-07-11T17:06:57.685" v="102" actId="207"/>
        <pc:sldMkLst>
          <pc:docMk/>
          <pc:sldMk cId="0" sldId="276"/>
        </pc:sldMkLst>
        <pc:spChg chg="add mod">
          <ac:chgData name="Miriyala Jashmitha" userId="7961277030b3d89d" providerId="LiveId" clId="{9D1669D7-9D5A-4EE1-A474-8017BFF36D7D}" dt="2026-07-11T17:06:57.685" v="102" actId="207"/>
          <ac:spMkLst>
            <pc:docMk/>
            <pc:sldMk cId="0" sldId="276"/>
            <ac:spMk id="2" creationId="{4B86CF32-8338-2439-88D2-09CBFD01EEA1}"/>
          </ac:spMkLst>
        </pc:spChg>
        <pc:picChg chg="del">
          <ac:chgData name="Miriyala Jashmitha" userId="7961277030b3d89d" providerId="LiveId" clId="{9D1669D7-9D5A-4EE1-A474-8017BFF36D7D}" dt="2026-07-11T17:05:57.001" v="87" actId="478"/>
          <ac:picMkLst>
            <pc:docMk/>
            <pc:sldMk cId="0" sldId="276"/>
            <ac:picMk id="310" creationId="{00000000-0000-0000-0000-000000000000}"/>
          </ac:picMkLst>
        </pc:picChg>
      </pc:sldChg>
      <pc:sldChg chg="modSp mod">
        <pc:chgData name="Miriyala Jashmitha" userId="7961277030b3d89d" providerId="LiveId" clId="{9D1669D7-9D5A-4EE1-A474-8017BFF36D7D}" dt="2026-07-11T17:08:00.977" v="110" actId="207"/>
        <pc:sldMkLst>
          <pc:docMk/>
          <pc:sldMk cId="3764405840" sldId="278"/>
        </pc:sldMkLst>
        <pc:spChg chg="mod">
          <ac:chgData name="Miriyala Jashmitha" userId="7961277030b3d89d" providerId="LiveId" clId="{9D1669D7-9D5A-4EE1-A474-8017BFF36D7D}" dt="2026-07-11T17:08:00.977" v="110" actId="207"/>
          <ac:spMkLst>
            <pc:docMk/>
            <pc:sldMk cId="3764405840" sldId="278"/>
            <ac:spMk id="2" creationId="{151FBD4A-3273-E454-091D-D5B0678FC299}"/>
          </ac:spMkLst>
        </pc:spChg>
        <pc:spChg chg="mod">
          <ac:chgData name="Miriyala Jashmitha" userId="7961277030b3d89d" providerId="LiveId" clId="{9D1669D7-9D5A-4EE1-A474-8017BFF36D7D}" dt="2026-07-11T17:08:00.977" v="110" actId="207"/>
          <ac:spMkLst>
            <pc:docMk/>
            <pc:sldMk cId="3764405840" sldId="278"/>
            <ac:spMk id="3" creationId="{4A7608B5-9906-EFCF-959A-E89FC2E3EE19}"/>
          </ac:spMkLst>
        </pc:spChg>
      </pc:sldChg>
      <pc:sldChg chg="modSp mod">
        <pc:chgData name="Miriyala Jashmitha" userId="7961277030b3d89d" providerId="LiveId" clId="{9D1669D7-9D5A-4EE1-A474-8017BFF36D7D}" dt="2026-07-11T17:08:11.720" v="111" actId="207"/>
        <pc:sldMkLst>
          <pc:docMk/>
          <pc:sldMk cId="2772501912" sldId="279"/>
        </pc:sldMkLst>
        <pc:spChg chg="mod">
          <ac:chgData name="Miriyala Jashmitha" userId="7961277030b3d89d" providerId="LiveId" clId="{9D1669D7-9D5A-4EE1-A474-8017BFF36D7D}" dt="2026-07-11T17:08:11.720" v="111" actId="207"/>
          <ac:spMkLst>
            <pc:docMk/>
            <pc:sldMk cId="2772501912" sldId="279"/>
            <ac:spMk id="2" creationId="{B64CF172-D2AF-03D8-F919-AA7827A0D969}"/>
          </ac:spMkLst>
        </pc:spChg>
        <pc:spChg chg="mod">
          <ac:chgData name="Miriyala Jashmitha" userId="7961277030b3d89d" providerId="LiveId" clId="{9D1669D7-9D5A-4EE1-A474-8017BFF36D7D}" dt="2026-07-11T17:08:11.720" v="111" actId="207"/>
          <ac:spMkLst>
            <pc:docMk/>
            <pc:sldMk cId="2772501912" sldId="279"/>
            <ac:spMk id="6" creationId="{9D33063B-E442-C97F-0CFB-9A45ADE02406}"/>
          </ac:spMkLst>
        </pc:spChg>
      </pc:sldChg>
      <pc:sldChg chg="delSp modSp mod">
        <pc:chgData name="Miriyala Jashmitha" userId="7961277030b3d89d" providerId="LiveId" clId="{9D1669D7-9D5A-4EE1-A474-8017BFF36D7D}" dt="2026-07-11T17:08:48.645" v="118" actId="207"/>
        <pc:sldMkLst>
          <pc:docMk/>
          <pc:sldMk cId="2136706720" sldId="280"/>
        </pc:sldMkLst>
        <pc:spChg chg="mod">
          <ac:chgData name="Miriyala Jashmitha" userId="7961277030b3d89d" providerId="LiveId" clId="{9D1669D7-9D5A-4EE1-A474-8017BFF36D7D}" dt="2026-07-11T17:08:48.645" v="118" actId="207"/>
          <ac:spMkLst>
            <pc:docMk/>
            <pc:sldMk cId="2136706720" sldId="280"/>
            <ac:spMk id="278" creationId="{0668C6FD-577A-7288-5642-1AFC22BD04F2}"/>
          </ac:spMkLst>
        </pc:spChg>
        <pc:spChg chg="mod">
          <ac:chgData name="Miriyala Jashmitha" userId="7961277030b3d89d" providerId="LiveId" clId="{9D1669D7-9D5A-4EE1-A474-8017BFF36D7D}" dt="2026-07-11T17:08:48.645" v="118" actId="207"/>
          <ac:spMkLst>
            <pc:docMk/>
            <pc:sldMk cId="2136706720" sldId="280"/>
            <ac:spMk id="279" creationId="{EAFA16CB-0A72-5AC5-69A0-ABF4A752B43F}"/>
          </ac:spMkLst>
        </pc:spChg>
        <pc:spChg chg="del">
          <ac:chgData name="Miriyala Jashmitha" userId="7961277030b3d89d" providerId="LiveId" clId="{9D1669D7-9D5A-4EE1-A474-8017BFF36D7D}" dt="2026-07-11T08:06:17.653" v="34" actId="478"/>
          <ac:spMkLst>
            <pc:docMk/>
            <pc:sldMk cId="2136706720" sldId="280"/>
            <ac:spMk id="280" creationId="{B888011B-E4AC-77DB-4A60-BE2C891C49F5}"/>
          </ac:spMkLst>
        </pc:spChg>
        <pc:spChg chg="del">
          <ac:chgData name="Miriyala Jashmitha" userId="7961277030b3d89d" providerId="LiveId" clId="{9D1669D7-9D5A-4EE1-A474-8017BFF36D7D}" dt="2026-07-11T08:06:21.680" v="35" actId="478"/>
          <ac:spMkLst>
            <pc:docMk/>
            <pc:sldMk cId="2136706720" sldId="280"/>
            <ac:spMk id="281" creationId="{91F05971-9256-10B5-6575-4E7C679C6DAA}"/>
          </ac:spMkLst>
        </pc:spChg>
        <pc:spChg chg="del">
          <ac:chgData name="Miriyala Jashmitha" userId="7961277030b3d89d" providerId="LiveId" clId="{9D1669D7-9D5A-4EE1-A474-8017BFF36D7D}" dt="2026-07-11T08:06:25.543" v="36" actId="478"/>
          <ac:spMkLst>
            <pc:docMk/>
            <pc:sldMk cId="2136706720" sldId="280"/>
            <ac:spMk id="282" creationId="{F1C3EBC2-438F-C150-9ABF-F14321C2CC5C}"/>
          </ac:spMkLst>
        </pc:spChg>
      </pc:sldChg>
      <pc:sldChg chg="modSp mod">
        <pc:chgData name="Miriyala Jashmitha" userId="7961277030b3d89d" providerId="LiveId" clId="{9D1669D7-9D5A-4EE1-A474-8017BFF36D7D}" dt="2026-07-11T17:07:54.665" v="109" actId="207"/>
        <pc:sldMkLst>
          <pc:docMk/>
          <pc:sldMk cId="2952584201" sldId="282"/>
        </pc:sldMkLst>
        <pc:spChg chg="mod">
          <ac:chgData name="Miriyala Jashmitha" userId="7961277030b3d89d" providerId="LiveId" clId="{9D1669D7-9D5A-4EE1-A474-8017BFF36D7D}" dt="2026-07-11T17:07:54.665" v="109" actId="207"/>
          <ac:spMkLst>
            <pc:docMk/>
            <pc:sldMk cId="2952584201" sldId="282"/>
            <ac:spMk id="2" creationId="{C6F6745E-14BA-0766-CE1E-32E29663832D}"/>
          </ac:spMkLst>
        </pc:spChg>
        <pc:spChg chg="mod">
          <ac:chgData name="Miriyala Jashmitha" userId="7961277030b3d89d" providerId="LiveId" clId="{9D1669D7-9D5A-4EE1-A474-8017BFF36D7D}" dt="2026-07-11T17:07:37.095" v="108" actId="207"/>
          <ac:spMkLst>
            <pc:docMk/>
            <pc:sldMk cId="2952584201" sldId="282"/>
            <ac:spMk id="3" creationId="{3847FA31-EA47-D27A-9D69-AF50A3080AEC}"/>
          </ac:spMkLst>
        </pc:spChg>
      </pc:sldChg>
      <pc:sldChg chg="modSp mod">
        <pc:chgData name="Miriyala Jashmitha" userId="7961277030b3d89d" providerId="LiveId" clId="{9D1669D7-9D5A-4EE1-A474-8017BFF36D7D}" dt="2026-07-11T17:07:11.996" v="105"/>
        <pc:sldMkLst>
          <pc:docMk/>
          <pc:sldMk cId="957564641" sldId="283"/>
        </pc:sldMkLst>
        <pc:spChg chg="mod">
          <ac:chgData name="Miriyala Jashmitha" userId="7961277030b3d89d" providerId="LiveId" clId="{9D1669D7-9D5A-4EE1-A474-8017BFF36D7D}" dt="2026-07-11T17:02:28.771" v="72"/>
          <ac:spMkLst>
            <pc:docMk/>
            <pc:sldMk cId="957564641" sldId="283"/>
            <ac:spMk id="2" creationId="{9AF97BF8-B3EC-77A2-9BFD-D66830272D56}"/>
          </ac:spMkLst>
        </pc:spChg>
        <pc:spChg chg="mod">
          <ac:chgData name="Miriyala Jashmitha" userId="7961277030b3d89d" providerId="LiveId" clId="{9D1669D7-9D5A-4EE1-A474-8017BFF36D7D}" dt="2026-07-11T17:07:11.996" v="105"/>
          <ac:spMkLst>
            <pc:docMk/>
            <pc:sldMk cId="957564641" sldId="283"/>
            <ac:spMk id="3" creationId="{FFAB85A1-2169-FF43-3E91-E2E8ADA742FF}"/>
          </ac:spMkLst>
        </pc:spChg>
      </pc:sldChg>
      <pc:sldChg chg="modSp mod">
        <pc:chgData name="Miriyala Jashmitha" userId="7961277030b3d89d" providerId="LiveId" clId="{9D1669D7-9D5A-4EE1-A474-8017BFF36D7D}" dt="2026-07-11T17:03:38.620" v="75" actId="115"/>
        <pc:sldMkLst>
          <pc:docMk/>
          <pc:sldMk cId="2290294991" sldId="285"/>
        </pc:sldMkLst>
        <pc:spChg chg="mod">
          <ac:chgData name="Miriyala Jashmitha" userId="7961277030b3d89d" providerId="LiveId" clId="{9D1669D7-9D5A-4EE1-A474-8017BFF36D7D}" dt="2026-07-11T16:57:55.282" v="50" actId="2711"/>
          <ac:spMkLst>
            <pc:docMk/>
            <pc:sldMk cId="2290294991" sldId="285"/>
            <ac:spMk id="2" creationId="{4A1BF701-ABCA-4DF0-8330-B6AF71EF8E39}"/>
          </ac:spMkLst>
        </pc:spChg>
        <pc:spChg chg="mod">
          <ac:chgData name="Miriyala Jashmitha" userId="7961277030b3d89d" providerId="LiveId" clId="{9D1669D7-9D5A-4EE1-A474-8017BFF36D7D}" dt="2026-07-11T17:03:38.620" v="75" actId="115"/>
          <ac:spMkLst>
            <pc:docMk/>
            <pc:sldMk cId="2290294991" sldId="285"/>
            <ac:spMk id="3" creationId="{527F30CC-07EF-8FCC-DA00-C9212F5DAECE}"/>
          </ac:spMkLst>
        </pc:spChg>
      </pc:sldChg>
      <pc:sldChg chg="modSp mod">
        <pc:chgData name="Miriyala Jashmitha" userId="7961277030b3d89d" providerId="LiveId" clId="{9D1669D7-9D5A-4EE1-A474-8017BFF36D7D}" dt="2026-07-11T17:08:33.582" v="115" actId="207"/>
        <pc:sldMkLst>
          <pc:docMk/>
          <pc:sldMk cId="917964102" sldId="286"/>
        </pc:sldMkLst>
        <pc:spChg chg="mod">
          <ac:chgData name="Miriyala Jashmitha" userId="7961277030b3d89d" providerId="LiveId" clId="{9D1669D7-9D5A-4EE1-A474-8017BFF36D7D}" dt="2026-07-11T17:08:33.582" v="115" actId="207"/>
          <ac:spMkLst>
            <pc:docMk/>
            <pc:sldMk cId="917964102" sldId="286"/>
            <ac:spMk id="2" creationId="{6FA184BA-BCF2-3D7B-30D0-0F3CF30C161B}"/>
          </ac:spMkLst>
        </pc:spChg>
        <pc:spChg chg="mod">
          <ac:chgData name="Miriyala Jashmitha" userId="7961277030b3d89d" providerId="LiveId" clId="{9D1669D7-9D5A-4EE1-A474-8017BFF36D7D}" dt="2026-07-11T17:08:33.582" v="115" actId="207"/>
          <ac:spMkLst>
            <pc:docMk/>
            <pc:sldMk cId="917964102" sldId="286"/>
            <ac:spMk id="3" creationId="{ED65F54F-855A-0DB6-09A6-3212C5F7405B}"/>
          </ac:spMkLst>
        </pc:spChg>
      </pc:sldChg>
      <pc:sldChg chg="delSp modSp mod">
        <pc:chgData name="Miriyala Jashmitha" userId="7961277030b3d89d" providerId="LiveId" clId="{9D1669D7-9D5A-4EE1-A474-8017BFF36D7D}" dt="2026-07-11T17:08:42.973" v="117" actId="207"/>
        <pc:sldMkLst>
          <pc:docMk/>
          <pc:sldMk cId="2605851928" sldId="287"/>
        </pc:sldMkLst>
        <pc:spChg chg="mod">
          <ac:chgData name="Miriyala Jashmitha" userId="7961277030b3d89d" providerId="LiveId" clId="{9D1669D7-9D5A-4EE1-A474-8017BFF36D7D}" dt="2026-07-11T17:08:38.302" v="116" actId="207"/>
          <ac:spMkLst>
            <pc:docMk/>
            <pc:sldMk cId="2605851928" sldId="287"/>
            <ac:spMk id="278" creationId="{187EEB9C-2E84-113A-3CE6-1507BF5B039F}"/>
          </ac:spMkLst>
        </pc:spChg>
        <pc:spChg chg="mod">
          <ac:chgData name="Miriyala Jashmitha" userId="7961277030b3d89d" providerId="LiveId" clId="{9D1669D7-9D5A-4EE1-A474-8017BFF36D7D}" dt="2026-07-11T17:08:42.973" v="117" actId="207"/>
          <ac:spMkLst>
            <pc:docMk/>
            <pc:sldMk cId="2605851928" sldId="287"/>
            <ac:spMk id="279" creationId="{3711AF54-94A6-B837-31EF-9A8C4ECB9AF6}"/>
          </ac:spMkLst>
        </pc:spChg>
        <pc:spChg chg="del">
          <ac:chgData name="Miriyala Jashmitha" userId="7961277030b3d89d" providerId="LiveId" clId="{9D1669D7-9D5A-4EE1-A474-8017BFF36D7D}" dt="2026-07-11T08:05:50.751" v="30" actId="478"/>
          <ac:spMkLst>
            <pc:docMk/>
            <pc:sldMk cId="2605851928" sldId="287"/>
            <ac:spMk id="280" creationId="{E228982D-BF81-530A-CBA1-E897A3CA8EF7}"/>
          </ac:spMkLst>
        </pc:spChg>
        <pc:spChg chg="del">
          <ac:chgData name="Miriyala Jashmitha" userId="7961277030b3d89d" providerId="LiveId" clId="{9D1669D7-9D5A-4EE1-A474-8017BFF36D7D}" dt="2026-07-11T08:05:52.587" v="31" actId="478"/>
          <ac:spMkLst>
            <pc:docMk/>
            <pc:sldMk cId="2605851928" sldId="287"/>
            <ac:spMk id="281" creationId="{7BC356B8-92F8-3187-D065-667AACF68E72}"/>
          </ac:spMkLst>
        </pc:spChg>
        <pc:spChg chg="del">
          <ac:chgData name="Miriyala Jashmitha" userId="7961277030b3d89d" providerId="LiveId" clId="{9D1669D7-9D5A-4EE1-A474-8017BFF36D7D}" dt="2026-07-11T08:05:53.910" v="32" actId="478"/>
          <ac:spMkLst>
            <pc:docMk/>
            <pc:sldMk cId="2605851928" sldId="287"/>
            <ac:spMk id="282" creationId="{1558A011-60D6-B010-6117-1B9F7C786B2B}"/>
          </ac:spMkLst>
        </pc:spChg>
      </pc:sldChg>
      <pc:sldChg chg="addSp delSp modSp mod">
        <pc:chgData name="Miriyala Jashmitha" userId="7961277030b3d89d" providerId="LiveId" clId="{9D1669D7-9D5A-4EE1-A474-8017BFF36D7D}" dt="2026-07-11T17:08:52.520" v="119" actId="207"/>
        <pc:sldMkLst>
          <pc:docMk/>
          <pc:sldMk cId="1229047658" sldId="288"/>
        </pc:sldMkLst>
        <pc:spChg chg="del">
          <ac:chgData name="Miriyala Jashmitha" userId="7961277030b3d89d" providerId="LiveId" clId="{9D1669D7-9D5A-4EE1-A474-8017BFF36D7D}" dt="2026-07-11T08:00:14.336" v="21" actId="478"/>
          <ac:spMkLst>
            <pc:docMk/>
            <pc:sldMk cId="1229047658" sldId="288"/>
            <ac:spMk id="3" creationId="{4837D5EE-379B-FDC5-0854-8AC81D31FADF}"/>
          </ac:spMkLst>
        </pc:spChg>
        <pc:spChg chg="mod">
          <ac:chgData name="Miriyala Jashmitha" userId="7961277030b3d89d" providerId="LiveId" clId="{9D1669D7-9D5A-4EE1-A474-8017BFF36D7D}" dt="2026-07-11T17:08:52.520" v="119" actId="207"/>
          <ac:spMkLst>
            <pc:docMk/>
            <pc:sldMk cId="1229047658" sldId="288"/>
            <ac:spMk id="6" creationId="{3F1C7BCA-5DD7-F4D3-A937-D1C56976DA01}"/>
          </ac:spMkLst>
        </pc:spChg>
        <pc:picChg chg="del">
          <ac:chgData name="Miriyala Jashmitha" userId="7961277030b3d89d" providerId="LiveId" clId="{9D1669D7-9D5A-4EE1-A474-8017BFF36D7D}" dt="2026-07-11T08:00:11.714" v="20" actId="478"/>
          <ac:picMkLst>
            <pc:docMk/>
            <pc:sldMk cId="1229047658" sldId="288"/>
            <ac:picMk id="4" creationId="{A037CFD0-B7FF-D9BE-3433-88E5844EF332}"/>
          </ac:picMkLst>
        </pc:picChg>
        <pc:picChg chg="add mod">
          <ac:chgData name="Miriyala Jashmitha" userId="7961277030b3d89d" providerId="LiveId" clId="{9D1669D7-9D5A-4EE1-A474-8017BFF36D7D}" dt="2026-07-11T08:00:17.894" v="22" actId="1076"/>
          <ac:picMkLst>
            <pc:docMk/>
            <pc:sldMk cId="1229047658" sldId="288"/>
            <ac:picMk id="8" creationId="{98B7D4EA-776B-236A-B369-9337595B3601}"/>
          </ac:picMkLst>
        </pc:picChg>
      </pc:sldChg>
      <pc:sldChg chg="addSp delSp modSp mod">
        <pc:chgData name="Miriyala Jashmitha" userId="7961277030b3d89d" providerId="LiveId" clId="{9D1669D7-9D5A-4EE1-A474-8017BFF36D7D}" dt="2026-07-11T17:08:56.455" v="120" actId="207"/>
        <pc:sldMkLst>
          <pc:docMk/>
          <pc:sldMk cId="2506610743" sldId="289"/>
        </pc:sldMkLst>
        <pc:spChg chg="mod">
          <ac:chgData name="Miriyala Jashmitha" userId="7961277030b3d89d" providerId="LiveId" clId="{9D1669D7-9D5A-4EE1-A474-8017BFF36D7D}" dt="2026-07-11T17:08:56.455" v="120" actId="207"/>
          <ac:spMkLst>
            <pc:docMk/>
            <pc:sldMk cId="2506610743" sldId="289"/>
            <ac:spMk id="5" creationId="{CA8544A9-CF92-3FAF-D3EE-31DF90F7A64D}"/>
          </ac:spMkLst>
        </pc:spChg>
        <pc:spChg chg="del">
          <ac:chgData name="Miriyala Jashmitha" userId="7961277030b3d89d" providerId="LiveId" clId="{9D1669D7-9D5A-4EE1-A474-8017BFF36D7D}" dt="2026-07-11T08:00:29.156" v="24" actId="478"/>
          <ac:spMkLst>
            <pc:docMk/>
            <pc:sldMk cId="2506610743" sldId="289"/>
            <ac:spMk id="6" creationId="{C0D36B1A-26C2-CD55-1032-4CB5E4EDF305}"/>
          </ac:spMkLst>
        </pc:spChg>
        <pc:picChg chg="add mod">
          <ac:chgData name="Miriyala Jashmitha" userId="7961277030b3d89d" providerId="LiveId" clId="{9D1669D7-9D5A-4EE1-A474-8017BFF36D7D}" dt="2026-07-11T08:00:33.661" v="26" actId="1076"/>
          <ac:picMkLst>
            <pc:docMk/>
            <pc:sldMk cId="2506610743" sldId="289"/>
            <ac:picMk id="3" creationId="{EFD561C9-9A10-0CBC-DD45-F6895F3DCE5D}"/>
          </ac:picMkLst>
        </pc:picChg>
        <pc:picChg chg="del">
          <ac:chgData name="Miriyala Jashmitha" userId="7961277030b3d89d" providerId="LiveId" clId="{9D1669D7-9D5A-4EE1-A474-8017BFF36D7D}" dt="2026-07-11T08:00:25.997" v="23" actId="478"/>
          <ac:picMkLst>
            <pc:docMk/>
            <pc:sldMk cId="2506610743" sldId="289"/>
            <ac:picMk id="4" creationId="{099C3698-991D-7A38-C456-893C84C23FC9}"/>
          </ac:picMkLst>
        </pc:picChg>
      </pc:sldChg>
      <pc:sldChg chg="modSp mod">
        <pc:chgData name="Miriyala Jashmitha" userId="7961277030b3d89d" providerId="LiveId" clId="{9D1669D7-9D5A-4EE1-A474-8017BFF36D7D}" dt="2026-07-11T17:08:23.092" v="113" actId="207"/>
        <pc:sldMkLst>
          <pc:docMk/>
          <pc:sldMk cId="3866656692" sldId="290"/>
        </pc:sldMkLst>
        <pc:spChg chg="mod">
          <ac:chgData name="Miriyala Jashmitha" userId="7961277030b3d89d" providerId="LiveId" clId="{9D1669D7-9D5A-4EE1-A474-8017BFF36D7D}" dt="2026-07-11T17:08:23.092" v="113" actId="207"/>
          <ac:spMkLst>
            <pc:docMk/>
            <pc:sldMk cId="3866656692" sldId="290"/>
            <ac:spMk id="2" creationId="{56959763-B5B5-22E5-733E-B3F05D391F6B}"/>
          </ac:spMkLst>
        </pc:spChg>
        <pc:spChg chg="mod">
          <ac:chgData name="Miriyala Jashmitha" userId="7961277030b3d89d" providerId="LiveId" clId="{9D1669D7-9D5A-4EE1-A474-8017BFF36D7D}" dt="2026-07-11T17:08:23.092" v="113" actId="207"/>
          <ac:spMkLst>
            <pc:docMk/>
            <pc:sldMk cId="3866656692" sldId="290"/>
            <ac:spMk id="6" creationId="{FD190E72-F680-EE73-7E6B-0C577577B902}"/>
          </ac:spMkLst>
        </pc:spChg>
      </pc:sldChg>
      <pc:sldChg chg="modSp mod">
        <pc:chgData name="Miriyala Jashmitha" userId="7961277030b3d89d" providerId="LiveId" clId="{9D1669D7-9D5A-4EE1-A474-8017BFF36D7D}" dt="2026-07-11T17:08:28.279" v="114" actId="207"/>
        <pc:sldMkLst>
          <pc:docMk/>
          <pc:sldMk cId="3021295847" sldId="291"/>
        </pc:sldMkLst>
        <pc:spChg chg="mod">
          <ac:chgData name="Miriyala Jashmitha" userId="7961277030b3d89d" providerId="LiveId" clId="{9D1669D7-9D5A-4EE1-A474-8017BFF36D7D}" dt="2026-07-11T17:08:28.279" v="114" actId="207"/>
          <ac:spMkLst>
            <pc:docMk/>
            <pc:sldMk cId="3021295847" sldId="291"/>
            <ac:spMk id="5" creationId="{C2DC2F13-C09F-1D50-6289-15F22A1D77FA}"/>
          </ac:spMkLst>
        </pc:spChg>
        <pc:spChg chg="mod">
          <ac:chgData name="Miriyala Jashmitha" userId="7961277030b3d89d" providerId="LiveId" clId="{9D1669D7-9D5A-4EE1-A474-8017BFF36D7D}" dt="2026-07-11T17:08:28.279" v="114" actId="207"/>
          <ac:spMkLst>
            <pc:docMk/>
            <pc:sldMk cId="3021295847" sldId="291"/>
            <ac:spMk id="6" creationId="{AAD7DFAF-625E-F901-EAEA-2265D9FFE8C9}"/>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8444 7648 16383 0 0,'10'0'0'0'0,"19"0"0"0"0,19 0 0 0 0,17 0 0 0 0,13 0 0 0 0,8 0 0 0 0,9 0 0 0 0,0 0 0 0 0,-7 0 0 0 0,-9 0 0 0 0,-6 0 0 0 0,-7 0 0 0 0,-3 0 0 0 0,-9 0 0 0 0,-7 0 0 0 0,-2 0 0 0 0,-4 0 0 0 0,-3 0 0 0 0,-3 0 0 0 0,-3 0 0 0 0,-2 0 0 0 0,0 0 0 0 0,-1 0 0 0 0,0 0 0 0 0,0 0 0 0 0,1 0 0 0 0,4 0 0 0 0,8 0 0 0 0,11 0 0 0 0,7 0 0 0 0,8 0 0 0 0,13 0 0 0 0,8 0 0 0 0,10 0 0 0 0,17 0 0 0 0,10 0 0 0 0,-1 0 0 0 0,-2 0 0 0 0,-7 0 0 0 0,-2 0 0 0 0,-6 0 0 0 0,-6 0 0 0 0,-5 0 0 0 0,-14 0 0 0 0,-6 0 0 0 0,-5 0 0 0 0,-1 0 0 0 0,3 0 0 0 0,5 0 0 0 0,9 0 0 0 0,9 0 0 0 0,9 0 0 0 0,22 0 0 0 0,14 0 0 0 0,9 0 0 0 0,-1 0 0 0 0,-2 0 0 0 0,-4 0 0 0 0,-7 0 0 0 0,-7 0 0 0 0,-5 0 0 0 0,-3 0 0 0 0,-3 0 0 0 0,-5 0 0 0 0,-8 0 0 0 0,-6 0 0 0 0,-6 0 0 0 0,3 0 0 0 0,-1 0 0 0 0,-1 0 0 0 0,-2 0 0 0 0,-1 0 0 0 0,-7 0 0 0 0,4 0 0 0 0,0 0 0 0 0,2 0 0 0 0,-1 0 0 0 0,1 0 0 0 0,-6 0 0 0 0,-7 0 0 0 0,4 0 0 0 0,-7 0 0 0 0,-12 0 0 0 0,-11 0 0 0 0,-9 0 0 0 0,-7 0 0 0 0,-5 0 0 0 0,-2 0 0 0 0,-1 0 0 0 0,-1 0 0 0 0,1 0 0 0 0,0 0 0 0 0,1 0 0 0 0,11 0 0 0 0,3 0 0 0 0,4 0 0 0 0,10 0 0 0 0,11 0 0 0 0,8 0 0 0 0,7 0 0 0 0,14 0 0 0 0,7 0 0 0 0,0 0 0 0 0,-3 0 0 0 0,-12 0 0 0 0,-12 0 0 0 0,-9 0 0 0 0,-6 0 0 0 0,-8 0 0 0 0,-3 0 0 0 0,-6 0 0 0 0,-4 0 0 0 0,-5 0 0 0 0,-4 0 0 0 0,-1 0 0 0 0,-2 0 0 0 0,0 0 0 0 0,0 0 0 0 0,0 0 0 0 0,0 0 0 0 0,5 0 0 0 0,12 0 0 0 0,4 0 0 0 0,-2 0 0 0 0,-4 0 0 0 0,-5 0 0 0 0,-3 0 0 0 0,-3 0 0 0 0,-2 0 0 0 0,-2 0 0 0 0,0 0 0 0 0,0 0 0 0 0,0 0 0 0 0,0 0 0 0 0,1 0 0 0 0,4 0 0 0 0,3 0 0 0 0,-6 0 0 0 0,-3 0 0 0 0,-1 0 0 0 0,-5 0 0 0 0,-1 0 0 0 0,1 0 0 0 0,1 0 0 0 0,2 0 0 0 0,3 0 0 0 0,-10 0 0 0 0,-12 0 0 0 0,-13 0 0 0 0,-9 0 0 0 0,-8 0 0 0 0,-5 0 0 0 0,-2 0 0 0 0,-6 0 0 0 0,-3 0 0 0 0,2 0 0 0 0,2 0 0 0 0,1 0 0 0 0,2 0 0 0 0,-3 0 0 0 0,-6 0 0 0 0,-11 0 0 0 0,-7 0 0 0 0,-18 0 0 0 0,-16 0 0 0 0,-13 0 0 0 0,-8 0 0 0 0,-10 0 0 0 0,-24 0 0 0 0,-18 0 0 0 0,-5 0 0 0 0,-14 0 0 0 0,-1 0 0 0 0,1 0 0 0 0,12 0 0 0 0,0 0 0 0 0,-1 0 0 0 0,-1 0 0 0 0,-1 0 0 0 0,-6 0 0 0 0,3 0 0 0 0,-8 0 0 0 0,-4 0 0 0 0,-3 0 0 0 0,0 0 0 0 0,3 0 0 0 0,14 0 0 0 0,2 0 0 0 0,11 0 0 0 0,2 0 0 0 0,19 0 0 0 0,4 0 0 0 0,0 0 0 0 0,14 0 0 0 0,13 0 0 0 0,6 0 0 0 0,5 0 0 0 0,-5 0 0 0 0,-4 0 0 0 0,-5 0 0 0 0,4 0 0 0 0,-1 0 0 0 0,0 0 0 0 0,-2 0 0 0 0,3 0 0 0 0,6 0 0 0 0,6 0 0 0 0,4 0 0 0 0,-1 0 0 0 0,0 0 0 0 0,2 0 0 0 0,1 0 0 0 0,2 0 0 0 0,1 0 0 0 0,-4 0 0 0 0,-1 0 0 0 0,11 0 0 0 0,9 0 0 0 0,8 0 0 0 0,5 0 0 0 0,3 0 0 0 0,2 0 0 0 0,6 0 0 0 0,11 0 0 0 0,3 0 0 0 0,3 0 0 0 0,1 0 0 0 0,3 0 0 0 0,6 0 0 0 0,2 0 0 0 0,0 0 0 0 0,4 0 0 0 0,0 0 0 0 0,-1 0 0 0 0,-4 0 0 0 0,-1 0 0 0 0,-3 0 0 0 0,0 0 0 0 0,-2 0 0 0 0,-5 0 0 0 0,-7 0 0 0 0,3 0 0 0 0,4 0 0 0 0,3 0 0 0 0,1 0 0 0 0,6 0 0 0 0,3 0 0 0 0,-1 0 0 0 0,-1 0 0 0 0,-1 0 0 0 0,2 0 0 0 0,2 0 0 0 0,-2 0 0 0 0,4 0 0 0 0,-1 0 0 0 0,4 0 0 0 0,-1 0 0 0 0,-3 0 0 0 0,3 0 0 0 0,-2 0 0 0 0,-7 0 0 0 0,1 0 0 0 0,-1 0 0 0 0,-1 0 0 0 0,0 0 0 0 0,-2 0 0 0 0,0 0 0 0 0,-1 0 0 0 0,1 0 0 0 0,-1 0 0 0 0,0 0 0 0 0,0 0 0 0 0,0 0 0 0 0,5 0 0 0 0,7 0 0 0 0,1 0 0 0 0,-1 0 0 0 0,-3 0 0 0 0,-8 0 0 0 0,6 0 0 0 0,12 0 0 0 0,13 0 0 0 0,11 0 0 0 0,9 0 0 0 0,5 0 0 0 0,4 0 0 0 0,1 0 0 0 0,0 0 0 0 0,0 0 0 0 0,-11 0 0 0 0,-13 0 0 0 0,-14 0 0 0 0,-11 0 0 0 0,-7 0 0 0 0,-5 0 0 0 0,3 0 0 0 0,10 0 0 0 0,14 0 0 0 0,11 0 0 0 0,10 0 0 0 0,7 0 0 0 0,3 0 0 0 0,8 0 0 0 0,7 0 0 0 0,2 0 0 0 0,17 0 0 0 0,10 0 0 0 0,6 0 0 0 0,11 0 0 0 0,9 0 0 0 0,10 0 0 0 0,5 0 0 0 0,4 0 0 0 0,-2 0 0 0 0,-7 0 0 0 0,-6 0 0 0 0,0 0 0 0 0,-8 0 0 0 0,-5 0 0 0 0,-7 0 0 0 0,-13 0 0 0 0,-13 0 0 0 0,-7 0 0 0 0,-6 0 0 0 0,0 0 0 0 0,12 0 0 0 0,12 0 0 0 0,9 0 0 0 0,8 0 0 0 0,8 0 0 0 0,5 0 0 0 0,16 0 0 0 0,8 0 0 0 0,-1 0 0 0 0,-6 0 0 0 0,-2 0 0 0 0,0 0 0 0 0,-4 0 0 0 0,-6 0 0 0 0,1 0 0 0 0,-3 0 0 0 0,-8 0 0 0 0,5 0 0 0 0,7 0 0 0 0,0 0 0 0 0,-7 0 0 0 0,-1 0 0 0 0,-1 0 0 0 0,4 0 0 0 0,9 0 0 0 0,2 0 0 0 0,-7 0 0 0 0,-8 0 0 0 0,-3 0 0 0 0,2 0 0 0 0,0 0 0 0 0,-1 0 0 0 0,-6 0 0 0 0,-3 0 0 0 0,-6 0 0 0 0,-6 0 0 0 0,0 0 0 0 0,-8 0 0 0 0,1 0 0 0 0,-1 0 0 0 0,-2 0 0 0 0,4 0 0 0 0,6 0 0 0 0,-4 0 0 0 0,16 0 0 0 0,4 0 0 0 0,2 0 0 0 0,0 0 0 0 0,1 0 0 0 0,-1 0 0 0 0,10 0 0 0 0,8 0 0 0 0,6 0 0 0 0,-2 0 0 0 0,-5 0 0 0 0,-5 0 0 0 0,-5 0 0 0 0,-4 0 0 0 0,-13 0 0 0 0,-15 0 0 0 0,-9 0 0 0 0,-9 0 0 0 0,-7 0 0 0 0,-6 0 0 0 0,-4 0 0 0 0,3 0 0 0 0,1 0 0 0 0,5 0 0 0 0,10 0 0 0 0,7 0 0 0 0,4 0 0 0 0,-3 0 0 0 0,4 0 0 0 0,1 0 0 0 0,0 0 0 0 0,-6 0 0 0 0,4 0 0 0 0,-5 0 0 0 0,-6 0 0 0 0,-7 0 0 0 0,-5 0 0 0 0,-5 0 0 0 0,-2 0 0 0 0,-1 0 0 0 0,-2 0 0 0 0,-4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1"/>
    </inkml:context>
    <inkml:brush xml:id="br0">
      <inkml:brushProperty name="width" value="0.1" units="cm"/>
      <inkml:brushProperty name="height" value="0.1" units="cm"/>
      <inkml:brushProperty name="color" value="#E71224"/>
    </inkml:brush>
  </inkml:definitions>
  <inkml:trace contextRef="#ctx0" brushRef="#br0">12735 6943 16383 0 0,'91'0'0'0'0,"137"0"0"0"0,85 0 0 0 0,45 0 0 0 0,-7 0 0 0 0,-44 0 0 0 0,-64 0 0 0 0,-62 0 0 0 0,-53 0 0 0 0,-43 0 0 0 0,-25 0 0 0 0,-23 0 0 0 0,-3 0 0 0 0,8 0 0 0 0,12 0 0 0 0,13 0 0 0 0,19 0 0 0 0,16 0 0 0 0,6 0 0 0 0,4 0 0 0 0,-1 0 0 0 0,-4 0 0 0 0,10 0 0 0 0,0 0 0 0 0,0 0 0 0 0,-4 0 0 0 0,-6 0 0 0 0,-1 0 0 0 0,-14 0 0 0 0,-11 0 0 0 0,-6 0 0 0 0,-9 0 0 0 0,-7 0 0 0 0,-8 0 0 0 0,-2 0 0 0 0,-5 0 0 0 0,-4 0 0 0 0,-5 0 0 0 0,3 0 0 0 0,-1 0 0 0 0,-21 0 0 0 0,-34 0 0 0 0,-50 0 0 0 0,-73 0 0 0 0,-59 0 0 0 0,-51 0 0 0 0,-39 0 0 0 0,-35 0 0 0 0,-29 0 0 0 0,-15 0 0 0 0,-1 0 0 0 0,18 0 0 0 0,27 0 0 0 0,34 0 0 0 0,26 0 0 0 0,38 0 0 0 0,41 0 0 0 0,33 0 0 0 0,28 0 0 0 0,13 0 0 0 0,22 0 0 0 0,11 0 0 0 0,13 0 0 0 0,13 0 0 0 0,11 0 0 0 0,7 0 0 0 0,5 0 0 0 0,2 0 0 0 0,1 0 0 0 0,-1 0 0 0 0,1 0 0 0 0,-2 0 0 0 0,1 0 0 0 0,-2 0 0 0 0,11 0 0 0 0,13 0 0 0 0,33 0 0 0 0,37 0 0 0 0,38 0 0 0 0,53 0 0 0 0,35 0 0 0 0,26 0 0 0 0,22 0 0 0 0,10 0 0 0 0,0 0 0 0 0,-13 0 0 0 0,-15 0 0 0 0,-26 0 0 0 0,-24 0 0 0 0,-32 0 0 0 0,-29 0 0 0 0,-28 0 0 0 0,-23 0 0 0 0,-10 0 0 0 0,-10 0 0 0 0,-20 0 0 0 0,-24 0 0 0 0,-31 0 0 0 0,-45 0 0 0 0,-43 0 0 0 0,-62 0 0 0 0,-50 0 0 0 0,-40 0 0 0 0,-29 0 0 0 0,-8 0 0 0 0,-6 0 0 0 0,5 0 0 0 0,16 0 0 0 0,24 0 0 0 0,27 0 0 0 0,36 0 0 0 0,24 0 0 0 0,39 0 0 0 0,34 0 0 0 0,27 0 0 0 0,23 0 0 0 0,17 0 0 0 0,23 0 0 0 0,25 0 0 0 0,33 0 0 0 0,56 0 0 0 0,49 0 0 0 0,27 0 0 0 0,24 0 0 0 0,17 0 0 0 0,4 0 0 0 0,1 0 0 0 0,-5 0 0 0 0,-17 0 0 0 0,-15 0 0 0 0,-7 0 0 0 0,-12 0 0 0 0,-16 0 0 0 0,-18 0 0 0 0,-13 0 0 0 0,-15 0 0 0 0,-19 0 0 0 0,-16 0 0 0 0,-4 0 0 0 0,-4 0 0 0 0,-18 0 0 0 0,-28 0 0 0 0,-35 0 0 0 0,-34 0 0 0 0,-34 0 0 0 0,-48 0 0 0 0,-33 0 0 0 0,-43 0 0 0 0,-58 0 0 0 0,-43 0 0 0 0,-32 0 0 0 0,-12 0 0 0 0,2 0 0 0 0,22 0 0 0 0,44 0 0 0 0,53 0 0 0 0,38 0 0 0 0,45 0 0 0 0,44 0 0 0 0,33 0 0 0 0,27 0 0 0 0,17 0 0 0 0,12 0 0 0 0,6 0 0 0 0,2 0 0 0 0,-1 0 0 0 0,0 0 0 0 0,-7 0 0 0 0,-3 0 0 0 0,-6 0 0 0 0,-6 0 0 0 0,-6 0 0 0 0,7 0 0 0 0,0 0 0 0 0,-2 0 0 0 0,2 0 0 0 0,3 0 0 0 0,4 0 0 0 0,3 0 0 0 0,8 0 0 0 0,3 0 0 0 0,-4 0 0 0 0,-8 0 0 0 0,-2 0 0 0 0,-1 0 0 0 0,-3 0 0 0 0,1 0 0 0 0,6 0 0 0 0,5 0 0 0 0,2 0 0 0 0,1 0 0 0 0,0 0 0 0 0,5 0 0 0 0,0 0 0 0 0,0 0 0 0 0,3 0 0 0 0,10 0 0 0 0,21 0 0 0 0,25 0 0 0 0,31 0 0 0 0,49 0 0 0 0,46 0 0 0 0,40 0 0 0 0,32 0 0 0 0,21 0 0 0 0,3 0 0 0 0,3 0 0 0 0,-3 0 0 0 0,-20 0 0 0 0,-20 0 0 0 0,-17 0 0 0 0,-22 0 0 0 0,-22 0 0 0 0,-18 0 0 0 0,-16 0 0 0 0,-21 0 0 0 0,-11 0 0 0 0,-12 0 0 0 0,-9 0 0 0 0,-12 0 0 0 0,-11 0 0 0 0,-8 0 0 0 0,-6 0 0 0 0,-4 0 0 0 0,9 0 0 0 0,7 0 0 0 0,6 0 0 0 0,10 0 0 0 0,14 0 0 0 0,10 0 0 0 0,20 0 0 0 0,3 0 0 0 0,7 0 0 0 0,5 0 0 0 0,-8 0 0 0 0,-3 0 0 0 0,5 0 0 0 0,-7 0 0 0 0,-11 0 0 0 0,-13 0 0 0 0,-10 0 0 0 0,-12 0 0 0 0,-12 0 0 0 0,-5 0 0 0 0,-4 0 0 0 0,1 0 0 0 0,3 0 0 0 0,4 0 0 0 0,-1 0 0 0 0,2 0 0 0 0,-4 0 0 0 0,-3 0 0 0 0,-5 0 0 0 0,2 0 0 0 0,4 0 0 0 0,-1 0 0 0 0,4 0 0 0 0,2 0 0 0 0,4 0 0 0 0,-2 0 0 0 0,1 0 0 0 0,1 0 0 0 0,-4 0 0 0 0,1 0 0 0 0,-3 0 0 0 0,-5 0 0 0 0,0 0 0 0 0,-1 0 0 0 0,-3 0 0 0 0,-2 0 0 0 0,-3 0 0 0 0,-2 0 0 0 0,-1 0 0 0 0,-5 0 0 0 0,-8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27931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6577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15800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63008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34946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97473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68811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0261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5335143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5518501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7228428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9245696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8367196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4908428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9607861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7299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62425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966476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hf sldNum="0" hdr="0" ft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shivamb/machine-predictive-maintenance-classificatio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7" Type="http://schemas.openxmlformats.org/officeDocument/2006/relationships/image" Target="../media/image11.png"/><Relationship Id="rId2" Type="http://schemas.openxmlformats.org/officeDocument/2006/relationships/customXml" Target="../ink/ink1.xml"/><Relationship Id="rId1" Type="http://schemas.openxmlformats.org/officeDocument/2006/relationships/slideLayout" Target="../slideLayouts/slideLayout3.xml"/><Relationship Id="rId6" Type="http://schemas.openxmlformats.org/officeDocument/2006/relationships/image" Target="../media/image80.png"/><Relationship Id="rId5" Type="http://schemas.openxmlformats.org/officeDocument/2006/relationships/customXml" Target="../ink/ink2.xml"/><Relationship Id="rId4" Type="http://schemas.openxmlformats.org/officeDocument/2006/relationships/image" Target="../media/image70.pn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fontScale="90000"/>
          </a:bodyPr>
          <a:lstStyle/>
          <a:p>
            <a:pPr algn="ctr"/>
            <a:r>
              <a:rPr lang="en-US" sz="6600" b="1" dirty="0">
                <a:latin typeface="Calibri" panose="020F0502020204030204" pitchFamily="34" charset="0"/>
                <a:ea typeface="Calibri" panose="020F0502020204030204" pitchFamily="34" charset="0"/>
                <a:cs typeface="Calibri" panose="020F0502020204030204" pitchFamily="34" charset="0"/>
              </a:rPr>
              <a:t>IBM University Engagement Project Submission</a:t>
            </a:r>
            <a:br>
              <a:rPr lang="en-US" b="1" dirty="0">
                <a:latin typeface="Calibri" panose="020F0502020204030204" pitchFamily="34" charset="0"/>
                <a:ea typeface="Calibri" panose="020F0502020204030204" pitchFamily="34" charset="0"/>
                <a:cs typeface="Calibri" panose="020F0502020204030204" pitchFamily="34" charset="0"/>
              </a:rPr>
            </a:b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normAutofit/>
          </a:bodyPr>
          <a:lstStyle/>
          <a:p>
            <a:pPr algn="ctr"/>
            <a:r>
              <a:rPr lang="en-US" sz="2000" b="1" i="1" dirty="0">
                <a:solidFill>
                  <a:schemeClr val="tx2"/>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IN" sz="2000" b="1" i="1" dirty="0">
                <a:solidFill>
                  <a:schemeClr val="tx2"/>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Predictive Maintenance of Industrial Machinery</a:t>
            </a:r>
            <a:r>
              <a:rPr lang="en-US" sz="2000" b="1" i="1" dirty="0">
                <a:solidFill>
                  <a:schemeClr val="tx2"/>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endParaRPr lang="en-IN" sz="2000" b="1" i="1" dirty="0">
              <a:solidFill>
                <a:schemeClr val="tx2"/>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Domain of  Project – </a:t>
            </a:r>
            <a:r>
              <a:rPr lang="en-IN" sz="2400" dirty="0">
                <a:solidFill>
                  <a:schemeClr val="tx2"/>
                </a:solidFill>
                <a:latin typeface="Calibri" panose="020F0502020204030204" pitchFamily="34" charset="0"/>
                <a:ea typeface="Calibri" panose="020F0502020204030204" pitchFamily="34" charset="0"/>
                <a:cs typeface="Calibri" panose="020F0502020204030204" pitchFamily="34" charset="0"/>
              </a:rPr>
              <a:t>Machine Learning / Mechanical Engineering</a:t>
            </a:r>
            <a:endParaRPr lang="en-IN" sz="2400" b="1" dirty="0">
              <a:solidFill>
                <a:schemeClr val="tx2"/>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Project Tile – </a:t>
            </a:r>
            <a:r>
              <a:rPr lang="en-IN" sz="2400" dirty="0">
                <a:solidFill>
                  <a:schemeClr val="tx2"/>
                </a:solidFill>
                <a:latin typeface="Calibri" panose="020F0502020204030204" pitchFamily="34" charset="0"/>
                <a:ea typeface="Calibri" panose="020F0502020204030204" pitchFamily="34" charset="0"/>
                <a:cs typeface="Calibri" panose="020F0502020204030204" pitchFamily="34" charset="0"/>
              </a:rPr>
              <a:t>Predictive Maintenance of Industrial Machinery</a:t>
            </a:r>
            <a:endParaRPr lang="en-IN" sz="2400" b="1" dirty="0">
              <a:solidFill>
                <a:schemeClr val="tx2"/>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8" name="Google Shape;86;p2">
            <a:extLst>
              <a:ext uri="{FF2B5EF4-FFF2-40B4-BE49-F238E27FC236}">
                <a16:creationId xmlns:a16="http://schemas.microsoft.com/office/drawing/2014/main" id="{56AF0EFC-03BE-3DC8-F2EE-2039C01C8B11}"/>
              </a:ext>
            </a:extLst>
          </p:cNvPr>
          <p:cNvGraphicFramePr/>
          <p:nvPr>
            <p:extLst>
              <p:ext uri="{D42A27DB-BD31-4B8C-83A1-F6EECF244321}">
                <p14:modId xmlns:p14="http://schemas.microsoft.com/office/powerpoint/2010/main" val="928565068"/>
              </p:ext>
            </p:extLst>
          </p:nvPr>
        </p:nvGraphicFramePr>
        <p:xfrm>
          <a:off x="1206162" y="2345437"/>
          <a:ext cx="9395000" cy="2167125"/>
        </p:xfrm>
        <a:graphic>
          <a:graphicData uri="http://schemas.openxmlformats.org/drawingml/2006/table">
            <a:tbl>
              <a:tblPr>
                <a:noFill/>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tx2"/>
                          </a:solidFill>
                        </a:rPr>
                        <a:t>Student Name</a:t>
                      </a:r>
                      <a:endParaRPr sz="1800" u="none" strike="noStrike" cap="none" dirty="0">
                        <a:solidFill>
                          <a:schemeClr val="tx2"/>
                        </a:solidFil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tx2"/>
                          </a:solidFill>
                        </a:rPr>
                        <a:t>Recent Passport Photo</a:t>
                      </a:r>
                      <a:endParaRPr sz="1800" u="none" strike="noStrike" cap="none" dirty="0">
                        <a:solidFill>
                          <a:schemeClr val="tx2"/>
                        </a:solidFil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tx2"/>
                          </a:solidFill>
                          <a:latin typeface="Arial"/>
                          <a:ea typeface="Arial"/>
                          <a:cs typeface="Arial"/>
                          <a:sym typeface="Arial"/>
                        </a:rPr>
                        <a:t>Email ID </a:t>
                      </a:r>
                      <a:endParaRPr sz="1800" b="0" i="0" u="none" strike="noStrike" cap="none" dirty="0">
                        <a:solidFill>
                          <a:schemeClr val="tx2"/>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chemeClr val="tx2"/>
                          </a:solidFill>
                          <a:latin typeface="Arial"/>
                          <a:ea typeface="Arial"/>
                          <a:cs typeface="Arial"/>
                          <a:sym typeface="Arial"/>
                        </a:rPr>
                        <a:t>Mobile number</a:t>
                      </a:r>
                      <a:endParaRPr sz="1800" b="0" i="0" u="none" strike="noStrike" cap="none" dirty="0">
                        <a:solidFill>
                          <a:schemeClr val="tx2"/>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chemeClr val="tx2"/>
                          </a:solidFill>
                          <a:latin typeface="Arial"/>
                          <a:ea typeface="Arial"/>
                          <a:cs typeface="Arial"/>
                          <a:sym typeface="Arial"/>
                        </a:rPr>
                        <a:t>[WhatsApp] </a:t>
                      </a:r>
                      <a:endParaRPr sz="1800" b="0" i="0" u="none" strike="noStrike" cap="none" dirty="0">
                        <a:solidFill>
                          <a:schemeClr val="tx2"/>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rPr>
                        <a:t>MIRIYALA JASHMITHA</a:t>
                      </a:r>
                      <a:endParaRPr sz="1400" b="1"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rPr>
                        <a:t>jaasmithamiriyala2006@gmail.com</a:t>
                      </a:r>
                      <a:endParaRPr sz="140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rPr>
                        <a:t>7674035894</a:t>
                      </a:r>
                      <a:endParaRPr sz="140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10" name="Picture 9">
            <a:extLst>
              <a:ext uri="{FF2B5EF4-FFF2-40B4-BE49-F238E27FC236}">
                <a16:creationId xmlns:a16="http://schemas.microsoft.com/office/drawing/2014/main" id="{8B0FAD53-2E9D-A00F-3501-A269401380C1}"/>
              </a:ext>
            </a:extLst>
          </p:cNvPr>
          <p:cNvPicPr>
            <a:picLocks noChangeAspect="1"/>
          </p:cNvPicPr>
          <p:nvPr/>
        </p:nvPicPr>
        <p:blipFill>
          <a:blip r:embed="rId3"/>
          <a:srcRect l="8032" t="11966" r="6702"/>
          <a:stretch>
            <a:fillRect/>
          </a:stretch>
        </p:blipFill>
        <p:spPr>
          <a:xfrm rot="188854">
            <a:off x="4078696" y="3428999"/>
            <a:ext cx="721360" cy="9771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482212" y="1232526"/>
            <a:ext cx="10795388" cy="4093428"/>
          </a:xfrm>
          <a:prstGeom prst="rect">
            <a:avLst/>
          </a:prstGeom>
          <a:noFill/>
        </p:spPr>
        <p:txBody>
          <a:bodyPr wrap="square" lIns="91440" tIns="45720" rIns="91440" bIns="45720" rtlCol="0" anchor="t">
            <a:spAutoFit/>
          </a:bodyPr>
          <a:lstStyle/>
          <a:p>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Develop a predictive maintenance model for a fleet of industrial machines to anticipate failures before they occur. This project involves analyzing sensor data from machinery to identify patterns that precede a failure. The goal is to create a classification model that can predict the type of failure (e.g., tool wear, heat dissipation, power failure) based on real-time operational data. </a:t>
            </a:r>
          </a:p>
          <a:p>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This will enable proactive maintenance, reducing downtime and operational costs.</a:t>
            </a:r>
          </a:p>
          <a:p>
            <a:endPar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endPar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Dataset – </a:t>
            </a:r>
          </a:p>
          <a:p>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Kaggle: Machine Predictive Maintenance Classification</a:t>
            </a:r>
            <a:b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br>
            <a:r>
              <a:rPr lang="en-IN" sz="2000" dirty="0">
                <a:solidFill>
                  <a:srgbClr val="FFC000"/>
                </a:solidFill>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https://www.kaggle.com/datasets/shivamb/machine-predictive-maintenance-classification</a:t>
            </a:r>
            <a:endParaRPr lang="en-IN" sz="2000" dirty="0">
              <a:solidFill>
                <a:srgbClr val="FFC000"/>
              </a:solidFill>
              <a:latin typeface="Calibri" panose="020F0502020204030204" pitchFamily="34" charset="0"/>
              <a:ea typeface="Calibri" panose="020F0502020204030204" pitchFamily="34" charset="0"/>
              <a:cs typeface="Calibri" panose="020F0502020204030204" pitchFamily="34" charset="0"/>
            </a:endParaRPr>
          </a:p>
          <a:p>
            <a:endPar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endPar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Technology – IBM Cloud Lite services (mandatory)</a:t>
            </a:r>
          </a:p>
        </p:txBody>
      </p:sp>
      <p:sp>
        <p:nvSpPr>
          <p:cNvPr id="3" name="TextBox 2">
            <a:extLst>
              <a:ext uri="{FF2B5EF4-FFF2-40B4-BE49-F238E27FC236}">
                <a16:creationId xmlns:a16="http://schemas.microsoft.com/office/drawing/2014/main" id="{3847FA31-EA47-D27A-9D69-AF50A3080AEC}"/>
              </a:ext>
            </a:extLst>
          </p:cNvPr>
          <p:cNvSpPr txBox="1"/>
          <p:nvPr/>
        </p:nvSpPr>
        <p:spPr>
          <a:xfrm>
            <a:off x="351954" y="401529"/>
            <a:ext cx="10590366" cy="830997"/>
          </a:xfrm>
          <a:prstGeom prst="rect">
            <a:avLst/>
          </a:prstGeom>
          <a:noFill/>
        </p:spPr>
        <p:txBody>
          <a:bodyPr wrap="square" rtlCol="0">
            <a:spAutoFit/>
          </a:bodyPr>
          <a:lstStyle/>
          <a:p>
            <a:r>
              <a:rPr lang="en-IN"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Problem Statement No.39- </a:t>
            </a:r>
            <a:r>
              <a:rPr lang="en-IN" sz="2400" dirty="0">
                <a:solidFill>
                  <a:schemeClr val="tx2"/>
                </a:solidFill>
                <a:latin typeface="Calibri" panose="020F0502020204030204" pitchFamily="34" charset="0"/>
                <a:ea typeface="Calibri" panose="020F0502020204030204" pitchFamily="34" charset="0"/>
                <a:cs typeface="Calibri" panose="020F0502020204030204" pitchFamily="34" charset="0"/>
              </a:rPr>
              <a:t>Predictive Maintenance of Industrial Machinery</a:t>
            </a:r>
          </a:p>
          <a:p>
            <a:endParaRPr lang="en-IN" sz="2400" b="1"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23880" y="979534"/>
            <a:ext cx="10337160" cy="4199611"/>
          </a:xfrm>
          <a:prstGeom prst="rect">
            <a:avLst/>
          </a:prstGeom>
          <a:noFill/>
        </p:spPr>
        <p:txBody>
          <a:bodyPr wrap="square" lIns="91440" tIns="45720" rIns="91440" bIns="45720" rtlCol="0" anchor="t">
            <a:spAutoFit/>
          </a:bodyPr>
          <a:lstStyle/>
          <a:p>
            <a:pPr fontAlgn="base">
              <a:lnSpc>
                <a:spcPct val="150000"/>
              </a:lnSpc>
            </a:pPr>
            <a:r>
              <a:rPr lang="en-IN" sz="2000" dirty="0">
                <a:latin typeface="Calibri" panose="020F0502020204030204" pitchFamily="34" charset="0"/>
                <a:ea typeface="Calibri" panose="020F0502020204030204" pitchFamily="34" charset="0"/>
                <a:cs typeface="Calibri" panose="020F0502020204030204" pitchFamily="34" charset="0"/>
              </a:rPr>
              <a:t>We propose an AI-powered Predictive Maintenance System using IBM watsonx.ai Studio and AutoAI. Machine sensor data (air temperature, process temperature, rotational speed, torque, tool wear) was collected and uploaded to watsonx.ai. AutoAI automatically performed data preprocessing, feature engineering, algorithm selection, and hyperparameter optimization.</a:t>
            </a:r>
          </a:p>
          <a:p>
            <a:pPr fontAlgn="base">
              <a:lnSpc>
                <a:spcPct val="150000"/>
              </a:lnSpc>
            </a:pPr>
            <a:r>
              <a:rPr lang="en-IN" sz="2000" dirty="0">
                <a:latin typeface="Calibri" panose="020F0502020204030204" pitchFamily="34" charset="0"/>
                <a:ea typeface="Calibri" panose="020F0502020204030204" pitchFamily="34" charset="0"/>
                <a:cs typeface="Calibri" panose="020F0502020204030204" pitchFamily="34" charset="0"/>
              </a:rPr>
              <a:t> Multiple classification models were generated and evaluated to identify the best-performing model for failure-type prediction. The selected model classifies machine status into categories such as No Failure, Tool Wear Failure, Heat Dissipation Failure, and Power Failure. The final model was deployed as an online web service and tested using real sensor input values, returning accurate predictions with confidence scores.</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527F30CC-07EF-8FCC-DA00-C9212F5DAECE}"/>
              </a:ext>
            </a:extLst>
          </p:cNvPr>
          <p:cNvSpPr txBox="1"/>
          <p:nvPr/>
        </p:nvSpPr>
        <p:spPr>
          <a:xfrm>
            <a:off x="523880" y="355309"/>
            <a:ext cx="7214616" cy="461665"/>
          </a:xfrm>
          <a:prstGeom prst="rect">
            <a:avLst/>
          </a:prstGeom>
          <a:noFill/>
        </p:spPr>
        <p:txBody>
          <a:bodyPr wrap="square" rtlCol="0">
            <a:spAutoFit/>
          </a:bodyPr>
          <a:lstStyle/>
          <a:p>
            <a:r>
              <a:rPr lang="en-US" sz="2400" b="1" u="sng" dirty="0">
                <a:latin typeface="Calibri" panose="020F0502020204030204" pitchFamily="34" charset="0"/>
                <a:ea typeface="Calibri" panose="020F0502020204030204" pitchFamily="34" charset="0"/>
                <a:cs typeface="Calibri" panose="020F0502020204030204" pitchFamily="34" charset="0"/>
              </a:rPr>
              <a:t>Proposed Solution -</a:t>
            </a:r>
            <a:endParaRPr lang="en-IN" sz="2400" b="1" u="sng"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Technology Used</a:t>
            </a:r>
            <a:endParaRPr lang="en-IN" sz="2400" b="1" u="sng"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2585323"/>
          </a:xfrm>
          <a:prstGeom prst="rect">
            <a:avLst/>
          </a:prstGeom>
          <a:noFill/>
        </p:spPr>
        <p:txBody>
          <a:bodyPr wrap="square" lIns="91440" tIns="45720" rIns="91440" bIns="45720" rtlCol="0" anchor="t">
            <a:spAutoFit/>
          </a:bodyPr>
          <a:lstStyle/>
          <a:p>
            <a:r>
              <a:rPr lang="en-IN" sz="1800" b="1" dirty="0">
                <a:solidFill>
                  <a:schemeClr val="tx2"/>
                </a:solidFill>
                <a:latin typeface="Calibri" panose="020F0502020204030204" pitchFamily="34" charset="0"/>
                <a:ea typeface="Calibri" panose="020F0502020204030204" pitchFamily="34" charset="0"/>
                <a:cs typeface="Calibri" panose="020F0502020204030204" pitchFamily="34" charset="0"/>
              </a:rPr>
              <a:t>IBM Cloud – </a:t>
            </a: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Provides the infrastructure to build, train, deploy, and scale the predictive maintenance model. IBM Cloud enables a reliable, secure, and scalable environment for deploying machine learning models.</a:t>
            </a:r>
          </a:p>
          <a:p>
            <a:endPar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r>
              <a:rPr lang="en-IN" sz="1800" b="1" dirty="0">
                <a:solidFill>
                  <a:schemeClr val="tx2"/>
                </a:solidFill>
                <a:latin typeface="Calibri" panose="020F0502020204030204" pitchFamily="34" charset="0"/>
                <a:ea typeface="Calibri" panose="020F0502020204030204" pitchFamily="34" charset="0"/>
                <a:cs typeface="Calibri" panose="020F0502020204030204" pitchFamily="34" charset="0"/>
              </a:rPr>
              <a:t>ML Algorithm/Model Used: </a:t>
            </a: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Batched Tree Ensemble Classifier (based on Snap Random Forest)</a:t>
            </a:r>
          </a:p>
          <a:p>
            <a:endParaRPr lang="en-IN" sz="1800" b="1"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r>
              <a:rPr lang="en-IN" sz="1800" b="1" dirty="0">
                <a:solidFill>
                  <a:schemeClr val="tx2"/>
                </a:solidFill>
                <a:latin typeface="Calibri" panose="020F0502020204030204" pitchFamily="34" charset="0"/>
                <a:ea typeface="Calibri" panose="020F0502020204030204" pitchFamily="34" charset="0"/>
                <a:cs typeface="Calibri" panose="020F0502020204030204" pitchFamily="34" charset="0"/>
              </a:rPr>
              <a:t>Accuracy Obtained: </a:t>
            </a: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0.995 (99.5%)</a:t>
            </a:r>
          </a:p>
          <a:p>
            <a:endPar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Enhancements and Hyperparameter Tuning: HPO-1 (Hyperparameter Optimization), Feature Engineering (FE), HPO-2, Batching (BATCH)</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rPr>
              <a:t>Training Screenshots-</a:t>
            </a:r>
            <a:endParaRPr sz="2400" b="1" u="sng" dirty="0">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pic>
        <p:nvPicPr>
          <p:cNvPr id="4" name="Picture 3">
            <a:extLst>
              <a:ext uri="{FF2B5EF4-FFF2-40B4-BE49-F238E27FC236}">
                <a16:creationId xmlns:a16="http://schemas.microsoft.com/office/drawing/2014/main" id="{55040235-01F6-2A9E-6E22-5C68FCD50330}"/>
              </a:ext>
            </a:extLst>
          </p:cNvPr>
          <p:cNvPicPr>
            <a:picLocks noChangeAspect="1"/>
          </p:cNvPicPr>
          <p:nvPr/>
        </p:nvPicPr>
        <p:blipFill>
          <a:blip r:embed="rId3"/>
          <a:stretch>
            <a:fillRect/>
          </a:stretch>
        </p:blipFill>
        <p:spPr>
          <a:xfrm>
            <a:off x="1373537" y="924561"/>
            <a:ext cx="9444926" cy="4732296"/>
          </a:xfrm>
          <a:prstGeom prst="rect">
            <a:avLst/>
          </a:prstGeom>
        </p:spPr>
      </p:pic>
      <p:sp>
        <p:nvSpPr>
          <p:cNvPr id="6" name="TextBox 5">
            <a:extLst>
              <a:ext uri="{FF2B5EF4-FFF2-40B4-BE49-F238E27FC236}">
                <a16:creationId xmlns:a16="http://schemas.microsoft.com/office/drawing/2014/main" id="{9D33063B-E442-C97F-0CFB-9A45ADE02406}"/>
              </a:ext>
            </a:extLst>
          </p:cNvPr>
          <p:cNvSpPr txBox="1"/>
          <p:nvPr/>
        </p:nvSpPr>
        <p:spPr>
          <a:xfrm>
            <a:off x="1373537" y="5824642"/>
            <a:ext cx="7658703" cy="369332"/>
          </a:xfrm>
          <a:prstGeom prst="rect">
            <a:avLst/>
          </a:prstGeom>
          <a:noFill/>
        </p:spPr>
        <p:txBody>
          <a:bodyPr wrap="square">
            <a:spAutoFit/>
          </a:bodyPr>
          <a:lstStyle/>
          <a:p>
            <a:pPr>
              <a:buNone/>
            </a:pPr>
            <a:r>
              <a:rPr lang="en-IN" dirty="0">
                <a:solidFill>
                  <a:schemeClr val="tx2"/>
                </a:solidFill>
                <a:latin typeface="Calibri" panose="020F0502020204030204" pitchFamily="34" charset="0"/>
                <a:ea typeface="Calibri" panose="020F0502020204030204" pitchFamily="34" charset="0"/>
                <a:cs typeface="Calibri" panose="020F0502020204030204" pitchFamily="34" charset="0"/>
              </a:rPr>
              <a:t>Fig: AutoAI experiment showing 9 pipelines generated from the training dataset.</a:t>
            </a:r>
          </a:p>
        </p:txBody>
      </p:sp>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Best Model Screenshot:</a:t>
            </a:r>
          </a:p>
        </p:txBody>
      </p:sp>
      <p:pic>
        <p:nvPicPr>
          <p:cNvPr id="4" name="Picture 3">
            <a:extLst>
              <a:ext uri="{FF2B5EF4-FFF2-40B4-BE49-F238E27FC236}">
                <a16:creationId xmlns:a16="http://schemas.microsoft.com/office/drawing/2014/main" id="{CE44A18C-5D7F-0BB2-A424-2A875BB9FB4D}"/>
              </a:ext>
            </a:extLst>
          </p:cNvPr>
          <p:cNvPicPr>
            <a:picLocks noChangeAspect="1"/>
          </p:cNvPicPr>
          <p:nvPr/>
        </p:nvPicPr>
        <p:blipFill>
          <a:blip r:embed="rId3"/>
          <a:stretch>
            <a:fillRect/>
          </a:stretch>
        </p:blipFill>
        <p:spPr>
          <a:xfrm>
            <a:off x="897860" y="943758"/>
            <a:ext cx="10396279" cy="4970484"/>
          </a:xfrm>
          <a:prstGeom prst="rect">
            <a:avLst/>
          </a:prstGeom>
        </p:spPr>
      </p:pic>
      <p:sp>
        <p:nvSpPr>
          <p:cNvPr id="6" name="TextBox 5">
            <a:extLst>
              <a:ext uri="{FF2B5EF4-FFF2-40B4-BE49-F238E27FC236}">
                <a16:creationId xmlns:a16="http://schemas.microsoft.com/office/drawing/2014/main" id="{2E55E460-205B-DB3C-402B-78E3B91CE486}"/>
              </a:ext>
            </a:extLst>
          </p:cNvPr>
          <p:cNvSpPr txBox="1"/>
          <p:nvPr/>
        </p:nvSpPr>
        <p:spPr>
          <a:xfrm>
            <a:off x="897860" y="6011541"/>
            <a:ext cx="10125740" cy="646331"/>
          </a:xfrm>
          <a:prstGeom prst="rect">
            <a:avLst/>
          </a:prstGeom>
          <a:noFill/>
        </p:spPr>
        <p:txBody>
          <a:bodyPr wrap="square">
            <a:spAutoFit/>
          </a:bodyPr>
          <a:lstStyle/>
          <a:p>
            <a:r>
              <a:rPr lang="en-IN" dirty="0">
                <a:solidFill>
                  <a:schemeClr val="tx2"/>
                </a:solidFill>
                <a:latin typeface="Calibri" panose="020F0502020204030204" pitchFamily="34" charset="0"/>
                <a:ea typeface="Calibri" panose="020F0502020204030204" pitchFamily="34" charset="0"/>
                <a:cs typeface="Calibri" panose="020F0502020204030204" pitchFamily="34" charset="0"/>
              </a:rPr>
              <a:t>Fig: Pipeline leaderboard ranking algorithms by accuracy — Rank 1: Batched Tree Ensemble Classifier (0.995).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Testing Screenshot:</a:t>
            </a:r>
          </a:p>
        </p:txBody>
      </p:sp>
      <p:pic>
        <p:nvPicPr>
          <p:cNvPr id="4" name="Picture 3">
            <a:extLst>
              <a:ext uri="{FF2B5EF4-FFF2-40B4-BE49-F238E27FC236}">
                <a16:creationId xmlns:a16="http://schemas.microsoft.com/office/drawing/2014/main" id="{48B17725-4549-B9F7-5979-FB2F6ACD6F24}"/>
              </a:ext>
            </a:extLst>
          </p:cNvPr>
          <p:cNvPicPr>
            <a:picLocks noChangeAspect="1"/>
          </p:cNvPicPr>
          <p:nvPr/>
        </p:nvPicPr>
        <p:blipFill>
          <a:blip r:embed="rId3"/>
          <a:stretch>
            <a:fillRect/>
          </a:stretch>
        </p:blipFill>
        <p:spPr>
          <a:xfrm>
            <a:off x="914400" y="954367"/>
            <a:ext cx="10363200" cy="4949265"/>
          </a:xfrm>
          <a:prstGeom prst="rect">
            <a:avLst/>
          </a:prstGeom>
        </p:spPr>
      </p:pic>
      <p:sp>
        <p:nvSpPr>
          <p:cNvPr id="6" name="TextBox 5">
            <a:extLst>
              <a:ext uri="{FF2B5EF4-FFF2-40B4-BE49-F238E27FC236}">
                <a16:creationId xmlns:a16="http://schemas.microsoft.com/office/drawing/2014/main" id="{FD190E72-F680-EE73-7E6B-0C577577B902}"/>
              </a:ext>
            </a:extLst>
          </p:cNvPr>
          <p:cNvSpPr txBox="1"/>
          <p:nvPr/>
        </p:nvSpPr>
        <p:spPr>
          <a:xfrm>
            <a:off x="914400" y="6086252"/>
            <a:ext cx="6096000" cy="646331"/>
          </a:xfrm>
          <a:prstGeom prst="rect">
            <a:avLst/>
          </a:prstGeom>
          <a:noFill/>
        </p:spPr>
        <p:txBody>
          <a:bodyPr wrap="square">
            <a:spAutoFit/>
          </a:bodyPr>
          <a:lstStyle/>
          <a:p>
            <a:r>
              <a:rPr lang="en-IN" dirty="0">
                <a:solidFill>
                  <a:schemeClr val="tx2"/>
                </a:solidFill>
                <a:latin typeface="Calibri" panose="020F0502020204030204" pitchFamily="34" charset="0"/>
                <a:ea typeface="Calibri" panose="020F0502020204030204" pitchFamily="34" charset="0"/>
                <a:cs typeface="Calibri" panose="020F0502020204030204" pitchFamily="34" charset="0"/>
              </a:rPr>
              <a:t>Fig: Model successfully deployed — status "Deployed", type "Online".</a:t>
            </a:r>
          </a:p>
        </p:txBody>
      </p:sp>
    </p:spTree>
    <p:extLst>
      <p:ext uri="{BB962C8B-B14F-4D97-AF65-F5344CB8AC3E}">
        <p14:creationId xmlns:p14="http://schemas.microsoft.com/office/powerpoint/2010/main" val="3866656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2816507"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sng" strike="noStrike" baseline="0" dirty="0">
                <a:solidFill>
                  <a:schemeClr val="tx2"/>
                </a:solidFill>
                <a:latin typeface="Calibri" panose="020F0502020204030204" pitchFamily="34" charset="0"/>
                <a:ea typeface="Calibri" panose="020F0502020204030204" pitchFamily="34" charset="0"/>
                <a:cs typeface="Calibri" panose="020F0502020204030204" pitchFamily="34" charset="0"/>
              </a:rPr>
              <a:t>Testing Screenshot:</a:t>
            </a:r>
            <a:endParaRPr lang="en-US" u="sng"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algn="ctr"/>
            <a:endParaRPr lang="en-US"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76E87798-5014-E6E6-1764-C64F2AF33684}"/>
              </a:ext>
            </a:extLst>
          </p:cNvPr>
          <p:cNvPicPr>
            <a:picLocks noChangeAspect="1"/>
          </p:cNvPicPr>
          <p:nvPr/>
        </p:nvPicPr>
        <p:blipFill>
          <a:blip r:embed="rId2"/>
          <a:stretch>
            <a:fillRect/>
          </a:stretch>
        </p:blipFill>
        <p:spPr>
          <a:xfrm>
            <a:off x="635000" y="818084"/>
            <a:ext cx="10922000" cy="5221832"/>
          </a:xfrm>
          <a:prstGeom prst="rect">
            <a:avLst/>
          </a:prstGeom>
        </p:spPr>
      </p:pic>
      <p:sp>
        <p:nvSpPr>
          <p:cNvPr id="6" name="TextBox 5">
            <a:extLst>
              <a:ext uri="{FF2B5EF4-FFF2-40B4-BE49-F238E27FC236}">
                <a16:creationId xmlns:a16="http://schemas.microsoft.com/office/drawing/2014/main" id="{AAD7DFAF-625E-F901-EAEA-2265D9FFE8C9}"/>
              </a:ext>
            </a:extLst>
          </p:cNvPr>
          <p:cNvSpPr txBox="1"/>
          <p:nvPr/>
        </p:nvSpPr>
        <p:spPr>
          <a:xfrm>
            <a:off x="635000" y="6128583"/>
            <a:ext cx="7894320" cy="646331"/>
          </a:xfrm>
          <a:prstGeom prst="rect">
            <a:avLst/>
          </a:prstGeom>
          <a:noFill/>
        </p:spPr>
        <p:txBody>
          <a:bodyPr wrap="square">
            <a:spAutoFit/>
          </a:bodyPr>
          <a:lstStyle/>
          <a:p>
            <a:r>
              <a:rPr lang="en-IN" dirty="0">
                <a:solidFill>
                  <a:schemeClr val="tx2"/>
                </a:solidFill>
                <a:latin typeface="Calibri" panose="020F0502020204030204" pitchFamily="34" charset="0"/>
                <a:ea typeface="Calibri" panose="020F0502020204030204" pitchFamily="34" charset="0"/>
                <a:cs typeface="Calibri" panose="020F0502020204030204" pitchFamily="34" charset="0"/>
              </a:rPr>
              <a:t>Fig: Model tested with sample input, returning prediction "No Failure" with 100% confidence</a:t>
            </a:r>
          </a:p>
        </p:txBody>
      </p:sp>
    </p:spTree>
    <p:extLst>
      <p:ext uri="{BB962C8B-B14F-4D97-AF65-F5344CB8AC3E}">
        <p14:creationId xmlns:p14="http://schemas.microsoft.com/office/powerpoint/2010/main" val="3021295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Novelty and Uniqueness</a:t>
            </a:r>
            <a:endParaRPr lang="en-IN" sz="2400" b="1" u="sng"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769628" cy="3139321"/>
          </a:xfrm>
          <a:prstGeom prst="rect">
            <a:avLst/>
          </a:prstGeom>
          <a:noFill/>
        </p:spPr>
        <p:txBody>
          <a:bodyPr wrap="square" lIns="91440" tIns="45720" rIns="91440" bIns="45720" rtlCol="0" anchor="t">
            <a:spAutoFit/>
          </a:bodyPr>
          <a:lstStyle/>
          <a:p>
            <a:pPr marL="285750" indent="-285750">
              <a:buChar char="•"/>
            </a:pP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The solution automates industrial failure prediction, reducing manual monitoring effort and response time.</a:t>
            </a:r>
          </a:p>
          <a:p>
            <a:endPar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285750" indent="-285750">
              <a:buChar char="•"/>
            </a:pP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It uses IBM watsonx.ai AutoAI to automatically discover the best machine learning model without extensive coding.</a:t>
            </a:r>
          </a:p>
          <a:p>
            <a:pPr marL="285750" indent="-285750">
              <a:buChar char="•"/>
            </a:pPr>
            <a:endPar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285750" indent="-285750">
              <a:buChar char="•"/>
            </a:pP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The system can accurately classify machines into multiple failure categories through a single intelligent platform.</a:t>
            </a:r>
          </a:p>
          <a:p>
            <a:pPr marL="285750" indent="-285750">
              <a:buChar char="•"/>
            </a:pPr>
            <a:endPar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285750" indent="-285750">
              <a:buChar char="•"/>
            </a:pP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Automated feature engineering helps identify hidden patterns in sensor data linked to failure.</a:t>
            </a:r>
            <a:b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br>
            <a:endPar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285750" indent="-285750">
              <a:buChar char="•"/>
            </a:pP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The model ensures consistent, unbiased failure prediction, minimizing human error in maintenance decisions.</a:t>
            </a:r>
            <a:endParaRPr lang="en-IN" sz="1800" b="1"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rPr>
              <a:t>Git Hub Link</a:t>
            </a:r>
            <a:endParaRPr sz="2400" b="1" u="sng" dirty="0">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24746"/>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FFC000"/>
                </a:solidFill>
                <a:latin typeface="Calibri" panose="020F0502020204030204" pitchFamily="34" charset="0"/>
                <a:ea typeface="Calibri" panose="020F0502020204030204" pitchFamily="34" charset="0"/>
                <a:cs typeface="Calibri" panose="020F0502020204030204" pitchFamily="34" charset="0"/>
                <a:sym typeface="Times New Roman"/>
              </a:rPr>
              <a:t>https://github.com/MJ-0324-2006/predictive-maintenance-ps39</a:t>
            </a:r>
            <a:endParaRPr sz="1850" b="0" i="0" u="none" strike="noStrike" cap="none" dirty="0">
              <a:solidFill>
                <a:srgbClr val="FFC000"/>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721360" y="451881"/>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rPr>
              <a:t>Future Scope </a:t>
            </a:r>
            <a:endParaRPr sz="2400" b="1" u="sng" dirty="0">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21360" y="1290499"/>
            <a:ext cx="9457944" cy="4277001"/>
          </a:xfrm>
          <a:prstGeom prst="rect">
            <a:avLst/>
          </a:prstGeom>
          <a:noFill/>
          <a:ln>
            <a:noFill/>
          </a:ln>
        </p:spPr>
        <p:txBody>
          <a:bodyPr spcFirstLastPara="1" wrap="square" lIns="0" tIns="0" rIns="0" bIns="0" anchor="t" anchorCtr="0">
            <a:noAutofit/>
          </a:bodyPr>
          <a:lstStyle/>
          <a:p>
            <a:pPr marL="342900" lvl="0" indent="-342900">
              <a:lnSpc>
                <a:spcPct val="150000"/>
              </a:lnSpc>
              <a:buSzPts val="1850"/>
              <a:buFont typeface="Arial" panose="020B0604020202020204" pitchFamily="34" charset="0"/>
              <a:buChar char="•"/>
            </a:pPr>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The system can be integrated with real-time IoT sensors on factory machines for continuous monitoring.</a:t>
            </a:r>
          </a:p>
          <a:p>
            <a:pPr marL="342900" lvl="0" indent="-342900">
              <a:lnSpc>
                <a:spcPct val="150000"/>
              </a:lnSpc>
              <a:buSzPts val="1850"/>
              <a:buFont typeface="Arial" panose="020B0604020202020204" pitchFamily="34" charset="0"/>
              <a:buChar char="•"/>
            </a:pPr>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Additional machine types (pumps, motors, conveyors) can be included, enabling a unified predictive maintenance platform.</a:t>
            </a:r>
          </a:p>
          <a:p>
            <a:pPr marL="342900" lvl="0" indent="-342900">
              <a:lnSpc>
                <a:spcPct val="150000"/>
              </a:lnSpc>
              <a:buSzPts val="1850"/>
              <a:buFont typeface="Arial" panose="020B0604020202020204" pitchFamily="34" charset="0"/>
              <a:buChar char="•"/>
            </a:pPr>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Real-time data streaming can improve early failure detection and reduce false alerts.</a:t>
            </a:r>
          </a:p>
          <a:p>
            <a:pPr marL="342900" lvl="0" indent="-342900">
              <a:lnSpc>
                <a:spcPct val="150000"/>
              </a:lnSpc>
              <a:buSzPts val="1850"/>
              <a:buFont typeface="Arial" panose="020B0604020202020204" pitchFamily="34" charset="0"/>
              <a:buChar char="•"/>
            </a:pPr>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Advanced AI models in IBM watsonx.ai can be used to continuously improve prediction accuracy as new data becomes available.</a:t>
            </a:r>
          </a:p>
          <a:p>
            <a:pPr marL="342900" lvl="0" indent="-342900">
              <a:lnSpc>
                <a:spcPct val="150000"/>
              </a:lnSpc>
              <a:buSzPts val="1850"/>
              <a:buFont typeface="Arial" panose="020B0604020202020204" pitchFamily="34" charset="0"/>
              <a:buChar char="•"/>
            </a:pPr>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The solution can be scaled across factories to support predictive, data-driven maintenance nationwide.</a:t>
            </a:r>
            <a:endParaRPr lang="en-US" sz="1850" b="1"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Certificates Earned:</a:t>
            </a:r>
          </a:p>
          <a:p>
            <a:pPr algn="ctr"/>
            <a:endParaRPr lang="en-US"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C488599-1CDB-6479-4ED5-FDEEC38049D9}"/>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6AD5D31-EDA5-2C50-7CE9-7D1E60A89F54}"/>
                  </a:ext>
                </a:extLst>
              </p14:cNvPr>
              <p14:cNvContentPartPr/>
              <p14:nvPr/>
            </p14:nvContentPartPr>
            <p14:xfrm>
              <a:off x="3338890" y="3210002"/>
              <a:ext cx="3042822" cy="16098"/>
            </p14:xfrm>
          </p:contentPart>
        </mc:Choice>
        <mc:Fallback xmlns="">
          <p:pic>
            <p:nvPicPr>
              <p:cNvPr id="5" name="Ink 4">
                <a:extLst>
                  <a:ext uri="{FF2B5EF4-FFF2-40B4-BE49-F238E27FC236}">
                    <a16:creationId xmlns:a16="http://schemas.microsoft.com/office/drawing/2014/main" id="{66AD5D31-EDA5-2C50-7CE9-7D1E60A89F54}"/>
                  </a:ext>
                </a:extLst>
              </p:cNvPr>
              <p:cNvPicPr/>
              <p:nvPr/>
            </p:nvPicPr>
            <p:blipFill>
              <a:blip r:embed="rId6"/>
              <a:stretch>
                <a:fillRect/>
              </a:stretch>
            </p:blipFill>
            <p:spPr>
              <a:xfrm>
                <a:off x="3320892" y="2405102"/>
                <a:ext cx="3078459" cy="1609800"/>
              </a:xfrm>
              <a:prstGeom prst="rect">
                <a:avLst/>
              </a:prstGeom>
            </p:spPr>
          </p:pic>
        </mc:Fallback>
      </mc:AlternateContent>
      <p:pic>
        <p:nvPicPr>
          <p:cNvPr id="8" name="Picture 7">
            <a:extLst>
              <a:ext uri="{FF2B5EF4-FFF2-40B4-BE49-F238E27FC236}">
                <a16:creationId xmlns:a16="http://schemas.microsoft.com/office/drawing/2014/main" id="{98B7D4EA-776B-236A-B369-9337595B3601}"/>
              </a:ext>
            </a:extLst>
          </p:cNvPr>
          <p:cNvPicPr>
            <a:picLocks noChangeAspect="1"/>
          </p:cNvPicPr>
          <p:nvPr/>
        </p:nvPicPr>
        <p:blipFill>
          <a:blip r:embed="rId7"/>
          <a:stretch>
            <a:fillRect/>
          </a:stretch>
        </p:blipFill>
        <p:spPr>
          <a:xfrm>
            <a:off x="2110394" y="767470"/>
            <a:ext cx="7971211" cy="588315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sng" strike="noStrike" baseline="0" dirty="0">
                <a:solidFill>
                  <a:schemeClr val="tx2"/>
                </a:solidFill>
                <a:latin typeface="Arial"/>
              </a:rPr>
              <a:t>Certificates Earned:</a:t>
            </a:r>
            <a:r>
              <a:rPr sz="2400" b="0" i="0" u="sng" dirty="0">
                <a:solidFill>
                  <a:schemeClr val="tx2"/>
                </a:solidFill>
                <a:latin typeface="Arial"/>
                <a:ea typeface="Arial"/>
                <a:cs typeface="Arial"/>
              </a:rPr>
              <a:t>​</a:t>
            </a:r>
            <a:endParaRPr lang="en-US" u="sng" dirty="0">
              <a:solidFill>
                <a:schemeClr val="tx2"/>
              </a:solidFill>
            </a:endParaRPr>
          </a:p>
          <a:p>
            <a:pPr algn="ctr"/>
            <a:endParaRPr lang="en-US" dirty="0">
              <a:solidFill>
                <a:schemeClr val="tx2"/>
              </a:solidFill>
            </a:endParaRPr>
          </a:p>
        </p:txBody>
      </p:sp>
      <p:pic>
        <p:nvPicPr>
          <p:cNvPr id="3" name="Picture 2">
            <a:extLst>
              <a:ext uri="{FF2B5EF4-FFF2-40B4-BE49-F238E27FC236}">
                <a16:creationId xmlns:a16="http://schemas.microsoft.com/office/drawing/2014/main" id="{EFD561C9-9A10-0CBC-DD45-F6895F3DCE5D}"/>
              </a:ext>
            </a:extLst>
          </p:cNvPr>
          <p:cNvPicPr>
            <a:picLocks noChangeAspect="1"/>
          </p:cNvPicPr>
          <p:nvPr/>
        </p:nvPicPr>
        <p:blipFill>
          <a:blip r:embed="rId2"/>
          <a:stretch>
            <a:fillRect/>
          </a:stretch>
        </p:blipFill>
        <p:spPr>
          <a:xfrm>
            <a:off x="1698100" y="1000019"/>
            <a:ext cx="9149192" cy="552478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2" name="Title 1">
            <a:extLst>
              <a:ext uri="{FF2B5EF4-FFF2-40B4-BE49-F238E27FC236}">
                <a16:creationId xmlns:a16="http://schemas.microsoft.com/office/drawing/2014/main" id="{4B86CF32-8338-2439-88D2-09CBFD01EEA1}"/>
              </a:ext>
            </a:extLst>
          </p:cNvPr>
          <p:cNvSpPr>
            <a:spLocks noGrp="1"/>
          </p:cNvSpPr>
          <p:nvPr>
            <p:ph type="title"/>
          </p:nvPr>
        </p:nvSpPr>
        <p:spPr>
          <a:xfrm>
            <a:off x="919119" y="2943775"/>
            <a:ext cx="10353762" cy="970450"/>
          </a:xfrm>
        </p:spPr>
        <p:txBody>
          <a:bodyPr>
            <a:noAutofit/>
          </a:bodyPr>
          <a:lstStyle/>
          <a:p>
            <a:r>
              <a:rPr lang="en-US" sz="6000" dirty="0"/>
              <a:t>THANK YOU!</a:t>
            </a:r>
            <a:endParaRPr lang="en-IN" sz="60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43372978-11FE-4814-AC26-BC300187D8C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TM04033929[[fn=Slate]]</Template>
  <TotalTime>43</TotalTime>
  <Words>656</Words>
  <Application>Microsoft Office PowerPoint</Application>
  <PresentationFormat>Widescreen</PresentationFormat>
  <Paragraphs>61</Paragraphs>
  <Slides>15</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Calisto MT</vt:lpstr>
      <vt:lpstr>Times New Roman</vt:lpstr>
      <vt:lpstr>Wingdings 2</vt:lpstr>
      <vt:lpstr>Slate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Miriyala Jashmitha</cp:lastModifiedBy>
  <cp:revision>2</cp:revision>
  <dcterms:created xsi:type="dcterms:W3CDTF">2025-07-08T05:06:56Z</dcterms:created>
  <dcterms:modified xsi:type="dcterms:W3CDTF">2026-07-11T17:08:56Z</dcterms:modified>
</cp:coreProperties>
</file>